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26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26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26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26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26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26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27761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2420030421-G.Hasini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2420090075-G.Keertana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2420090060-S.Rishitha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62269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Navyatha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Ravi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Employee Onboarding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50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Most organizations still rely on manual, paper- and email-based onboarding — offer letters, forms, and ID documents are exchanged across scattered channels, causing delays and data-entry errors.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New hires have no single portal to track pending tasks, upload documents, or access company policies, leading to confusion and a weak first-day experience.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HR staff spend a large share of their time on repetitive administrative work — verifying documents, following up with departments, and re-entering data — instead of employee engagement.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Without automated workflows, it is difficult to guarantee that every new hire completes mandatory compliance, IT-provisioning, and training steps on schedule.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There is no centralized dashboard for management to monitor onboarding progress across departments and locations, making bottlenecks hard to identify.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50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Design and develop a centralized, web-based HR Employee Onboarding System that digitizes the complete new-hire lifecycle.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Provide a self-service portal where new employees can register, upload documents, and e-sign onboarding forms.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Automate task assignment and notifications for HR, IT, and department managers to ensure onboarding activities are completed on time.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Build role-based dashboards for HR administrators to track onboarding status, pending tasks, and compliance in real time.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Integrate document verification, policy acknowledgment, and training-module tracking within a single unified platform.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Improve the new-hire experience and reduce onboarding turnaround time while minimizing manual paperwork.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Lopez, Martin &amp; Vrebac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Onboarding: Why It Is More Relevant Now Than Ever, SAM Advanced Management Journal,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Systematic review comparing traditional and remote onboarding practices and their impact on the employee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Identifies four essential steps of effective onboarding and links structured onboarding to stronger retention and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Does not propose a digital system or tool to implement and automate the identified onboarding steps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Santos, Felizardo, Gerosa &amp; Steinmacher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Software Solutions for Newcomers' Onboarding in Software Projects: A Systematic Literature Review,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Systematic literature review cataloguing software tools built to support newcomer onboarding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Groups existing tools into categories such as recommender systems, chatbots, and dashboards that reduce onboarding barriers and mentor workload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Focused on onboarding developers into software projects, not general HR workflows such as documentation, compliance, or payroll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Cucina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The Onboarding Process: A Review, VILAKSHAN - XIMB Journal of Management, 2025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CIMO-framework based systematic review of how digital transformation has reshaped organizational onboarding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Identifies four onboarding mechanisms — basic, advanced, integration, and remote — and shows digital tools improve consistency and outcomes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Remains conceptual; does not provide an implementation-level design for an HR onboarding software system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150000"/>
            <a:ext cx="110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Existing HRMS platforms usually bundle onboarding as a minor add-on, offering little customization for organization-specific workflows and approval hierarchies.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Most current solutions lack real-time, cross-department visibility, so HR, IT, and hiring managers cannot view a new hire's status from one place.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Document handling in many systems is still manual or semi-digital, without automated validation, e-signatures, or compliance tracking.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Few solutions offer configurable checklists and automated reminders tailored to different roles, departments, or work locations.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Limited integration with existing payroll, attendance, and identity-management systems leads to duplicate data entry and inconsistent employee records.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150000"/>
            <a:ext cx="110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 unified, role-based workflow engine that dynamically generates onboarding checklists based on department, designation, and location.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 self-service onboarding portal with real-time progress tracking, e-signature support, and automated document verification.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 smart notification and escalation system that automatically alerts HR and managers when tasks fall overdue.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An analytics dashboard providing insights into onboarding turnaround time, bottlenecks, and completion rates to drive continuous improvement.</a:t>
            </a:r>
          </a:p>
          <a:p>
            <a:pPr marL="228600" indent="-228600"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 modular architecture built for easy integration with existing payroll, attendance, and identity-management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38200" y="1750000"/>
            <a:ext cx="10515600" cy="6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600" b="0" dirty="0">
                <a:solidFill>
                  <a:srgbClr val="1A1A1A"/>
                </a:solidFill>
              </a:rPr>
              <a:t>The system is technically, economically, and operationally feasible: it uses widely-supported web technologies, requires no specialized hardware, and automates tasks HR teams already perform manually.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2600000"/>
          <a:ext cx="105156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33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Activities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Requirement gathering, HR workflow analysis, and system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Database design and development of the self-service employee portal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3 Weeks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Development of HR admin dashboard, task automation, and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3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Phase 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Document verification, e-signature, and compliance-tracking modules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2 Weeks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33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Phase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Integration testing, user acceptance testing, and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865</Words>
  <Application>Microsoft Office PowerPoint</Application>
  <PresentationFormat>Widescreen</PresentationFormat>
  <Paragraphs>107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gldhasini@gmail.com</cp:lastModifiedBy>
  <cp:revision>33</cp:revision>
  <dcterms:created xsi:type="dcterms:W3CDTF">2026-08-08T06:33:56Z</dcterms:created>
  <dcterms:modified xsi:type="dcterms:W3CDTF">2026-08-26T08:32:19Z</dcterms:modified>
</cp:coreProperties>
</file>