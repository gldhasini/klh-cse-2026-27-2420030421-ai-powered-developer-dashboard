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4.svg"/><Relationship Id="rId9" Type="http://schemas.openxmlformats.org/officeDocument/2006/relationships/image" Target="../media/image15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12" Type="http://schemas.openxmlformats.org/officeDocument/2006/relationships/image" Target="../media/image25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8.svg"/><Relationship Id="rId4" Type="http://schemas.openxmlformats.org/officeDocument/2006/relationships/image" Target="../media/image21.svg"/><Relationship Id="rId9" Type="http://schemas.openxmlformats.org/officeDocument/2006/relationships/image" Target="../media/image7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10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9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4.svg"/><Relationship Id="rId9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12" Type="http://schemas.openxmlformats.org/officeDocument/2006/relationships/image" Target="../media/image25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8.svg"/><Relationship Id="rId4" Type="http://schemas.openxmlformats.org/officeDocument/2006/relationships/image" Target="../media/image21.svg"/><Relationship Id="rId9" Type="http://schemas.openxmlformats.org/officeDocument/2006/relationships/image" Target="../media/image7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10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9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F04EF0-E032-4C5E-A89D-8498CA261CE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833E4A-06F7-4E5C-97FF-5545B7835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HR teams need a centralized platform to manage employee information and onboarding activities.</a:t>
          </a:r>
          <a:endParaRPr lang="en-US"/>
        </a:p>
      </dgm:t>
    </dgm:pt>
    <dgm:pt modelId="{EB4C397E-7EBE-41D5-891B-29E1F64B930A}" type="parTrans" cxnId="{F8F0014C-C73E-4587-8388-8A095325F0D1}">
      <dgm:prSet/>
      <dgm:spPr/>
      <dgm:t>
        <a:bodyPr/>
        <a:lstStyle/>
        <a:p>
          <a:endParaRPr lang="en-US"/>
        </a:p>
      </dgm:t>
    </dgm:pt>
    <dgm:pt modelId="{EAD513FD-2B72-487C-B44F-914DD62E6A22}" type="sibTrans" cxnId="{F8F0014C-C73E-4587-8388-8A095325F0D1}">
      <dgm:prSet/>
      <dgm:spPr/>
      <dgm:t>
        <a:bodyPr/>
        <a:lstStyle/>
        <a:p>
          <a:endParaRPr lang="en-US"/>
        </a:p>
      </dgm:t>
    </dgm:pt>
    <dgm:pt modelId="{50E73897-0C23-46EC-8A26-615912D918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Task allocation should consider employee skills, workload, experience, and current work state.</a:t>
          </a:r>
          <a:endParaRPr lang="en-US"/>
        </a:p>
      </dgm:t>
    </dgm:pt>
    <dgm:pt modelId="{3AD85F39-BF74-48F8-A9D6-875F0B42174A}" type="parTrans" cxnId="{C853AF3D-3CB3-4890-8454-1A23D3AE99C4}">
      <dgm:prSet/>
      <dgm:spPr/>
      <dgm:t>
        <a:bodyPr/>
        <a:lstStyle/>
        <a:p>
          <a:endParaRPr lang="en-US"/>
        </a:p>
      </dgm:t>
    </dgm:pt>
    <dgm:pt modelId="{3EE6B1A4-E8C7-4C00-AE4C-38B359A52A13}" type="sibTrans" cxnId="{C853AF3D-3CB3-4890-8454-1A23D3AE99C4}">
      <dgm:prSet/>
      <dgm:spPr/>
      <dgm:t>
        <a:bodyPr/>
        <a:lstStyle/>
        <a:p>
          <a:endParaRPr lang="en-US"/>
        </a:p>
      </dgm:t>
    </dgm:pt>
    <dgm:pt modelId="{2F394C05-6B32-4B00-ACD6-C723B21700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Onboarding progress must be visible and easy to track.</a:t>
          </a:r>
          <a:endParaRPr lang="en-US"/>
        </a:p>
      </dgm:t>
    </dgm:pt>
    <dgm:pt modelId="{D4F5DEB4-B19B-4FEA-9F2B-D8E3A0BBDE65}" type="parTrans" cxnId="{11DB8308-6E04-4576-90DA-F4BC0E372B74}">
      <dgm:prSet/>
      <dgm:spPr/>
      <dgm:t>
        <a:bodyPr/>
        <a:lstStyle/>
        <a:p>
          <a:endParaRPr lang="en-US"/>
        </a:p>
      </dgm:t>
    </dgm:pt>
    <dgm:pt modelId="{3E5AF7E2-0F38-4314-8DDB-F9D9707B074B}" type="sibTrans" cxnId="{11DB8308-6E04-4576-90DA-F4BC0E372B74}">
      <dgm:prSet/>
      <dgm:spPr/>
      <dgm:t>
        <a:bodyPr/>
        <a:lstStyle/>
        <a:p>
          <a:endParaRPr lang="en-US"/>
        </a:p>
      </dgm:t>
    </dgm:pt>
    <dgm:pt modelId="{4240F5A6-DF83-4FBA-A40F-76991974F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Employee well-being information can support better workload and task decisions.</a:t>
          </a:r>
          <a:endParaRPr lang="en-US"/>
        </a:p>
      </dgm:t>
    </dgm:pt>
    <dgm:pt modelId="{7B9405E4-E0EF-4A55-AA5D-7987D0D9690B}" type="parTrans" cxnId="{F8E93EC4-3BAA-47F7-8ADB-3E648F832D2E}">
      <dgm:prSet/>
      <dgm:spPr/>
      <dgm:t>
        <a:bodyPr/>
        <a:lstStyle/>
        <a:p>
          <a:endParaRPr lang="en-US"/>
        </a:p>
      </dgm:t>
    </dgm:pt>
    <dgm:pt modelId="{C3BB2518-811D-445D-9493-8D0BEB6A8D32}" type="sibTrans" cxnId="{F8E93EC4-3BAA-47F7-8ADB-3E648F832D2E}">
      <dgm:prSet/>
      <dgm:spPr/>
      <dgm:t>
        <a:bodyPr/>
        <a:lstStyle/>
        <a:p>
          <a:endParaRPr lang="en-US"/>
        </a:p>
      </dgm:t>
    </dgm:pt>
    <dgm:pt modelId="{2DB1A834-0A8D-4773-8FD9-B2DEE64B7D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Managers need a single dashboard to monitor employees, tasks, onboarding, and mood information.</a:t>
          </a:r>
          <a:endParaRPr lang="en-US"/>
        </a:p>
      </dgm:t>
    </dgm:pt>
    <dgm:pt modelId="{BB125753-7E74-4F1D-B09C-0545D323B2DE}" type="parTrans" cxnId="{3E2E138C-B8E7-4344-A426-24172914B54F}">
      <dgm:prSet/>
      <dgm:spPr/>
      <dgm:t>
        <a:bodyPr/>
        <a:lstStyle/>
        <a:p>
          <a:endParaRPr lang="en-US"/>
        </a:p>
      </dgm:t>
    </dgm:pt>
    <dgm:pt modelId="{6A2FA15F-59DB-420E-BB8D-F5E70035F62F}" type="sibTrans" cxnId="{3E2E138C-B8E7-4344-A426-24172914B54F}">
      <dgm:prSet/>
      <dgm:spPr/>
      <dgm:t>
        <a:bodyPr/>
        <a:lstStyle/>
        <a:p>
          <a:endParaRPr lang="en-US"/>
        </a:p>
      </dgm:t>
    </dgm:pt>
    <dgm:pt modelId="{6CB2F8D7-940F-4847-BF84-5266F81D5611}" type="pres">
      <dgm:prSet presAssocID="{80F04EF0-E032-4C5E-A89D-8498CA261CEF}" presName="root" presStyleCnt="0">
        <dgm:presLayoutVars>
          <dgm:dir/>
          <dgm:resizeHandles val="exact"/>
        </dgm:presLayoutVars>
      </dgm:prSet>
      <dgm:spPr/>
    </dgm:pt>
    <dgm:pt modelId="{7F460204-C0D8-404C-8A1B-274EC4176368}" type="pres">
      <dgm:prSet presAssocID="{66833E4A-06F7-4E5C-97FF-5545B7835E1D}" presName="compNode" presStyleCnt="0"/>
      <dgm:spPr/>
    </dgm:pt>
    <dgm:pt modelId="{3CDF4F48-2E4D-441D-B206-4E5CCAF3833E}" type="pres">
      <dgm:prSet presAssocID="{66833E4A-06F7-4E5C-97FF-5545B7835E1D}" presName="bgRect" presStyleLbl="bgShp" presStyleIdx="0" presStyleCnt="5"/>
      <dgm:spPr/>
    </dgm:pt>
    <dgm:pt modelId="{DCFE6DE1-2329-4B48-91FB-33F4DA2B7EB9}" type="pres">
      <dgm:prSet presAssocID="{66833E4A-06F7-4E5C-97FF-5545B7835E1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9E13625-DB02-4665-943D-419C52F2F5F2}" type="pres">
      <dgm:prSet presAssocID="{66833E4A-06F7-4E5C-97FF-5545B7835E1D}" presName="spaceRect" presStyleCnt="0"/>
      <dgm:spPr/>
    </dgm:pt>
    <dgm:pt modelId="{B716F1BF-276F-4DCC-BED3-08A8A7D9D6C0}" type="pres">
      <dgm:prSet presAssocID="{66833E4A-06F7-4E5C-97FF-5545B7835E1D}" presName="parTx" presStyleLbl="revTx" presStyleIdx="0" presStyleCnt="5">
        <dgm:presLayoutVars>
          <dgm:chMax val="0"/>
          <dgm:chPref val="0"/>
        </dgm:presLayoutVars>
      </dgm:prSet>
      <dgm:spPr/>
    </dgm:pt>
    <dgm:pt modelId="{F3478691-0573-4AE4-B650-8D3A938514FE}" type="pres">
      <dgm:prSet presAssocID="{EAD513FD-2B72-487C-B44F-914DD62E6A22}" presName="sibTrans" presStyleCnt="0"/>
      <dgm:spPr/>
    </dgm:pt>
    <dgm:pt modelId="{EB7351BE-49DA-4612-9EFF-2531D2BFAF64}" type="pres">
      <dgm:prSet presAssocID="{50E73897-0C23-46EC-8A26-615912D918A1}" presName="compNode" presStyleCnt="0"/>
      <dgm:spPr/>
    </dgm:pt>
    <dgm:pt modelId="{9AB647F5-BEA4-47DB-9635-DBC4E9CB7EEC}" type="pres">
      <dgm:prSet presAssocID="{50E73897-0C23-46EC-8A26-615912D918A1}" presName="bgRect" presStyleLbl="bgShp" presStyleIdx="1" presStyleCnt="5"/>
      <dgm:spPr/>
    </dgm:pt>
    <dgm:pt modelId="{A01116FC-E3C8-4161-93B4-26C76DAC3A9F}" type="pres">
      <dgm:prSet presAssocID="{50E73897-0C23-46EC-8A26-615912D918A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E092869-2DE0-4981-89CB-DB84575425B6}" type="pres">
      <dgm:prSet presAssocID="{50E73897-0C23-46EC-8A26-615912D918A1}" presName="spaceRect" presStyleCnt="0"/>
      <dgm:spPr/>
    </dgm:pt>
    <dgm:pt modelId="{57E08995-9D59-442A-8852-DB795366F231}" type="pres">
      <dgm:prSet presAssocID="{50E73897-0C23-46EC-8A26-615912D918A1}" presName="parTx" presStyleLbl="revTx" presStyleIdx="1" presStyleCnt="5">
        <dgm:presLayoutVars>
          <dgm:chMax val="0"/>
          <dgm:chPref val="0"/>
        </dgm:presLayoutVars>
      </dgm:prSet>
      <dgm:spPr/>
    </dgm:pt>
    <dgm:pt modelId="{2DCAAF92-CEF1-4BD9-AA64-63EB137A1E5C}" type="pres">
      <dgm:prSet presAssocID="{3EE6B1A4-E8C7-4C00-AE4C-38B359A52A13}" presName="sibTrans" presStyleCnt="0"/>
      <dgm:spPr/>
    </dgm:pt>
    <dgm:pt modelId="{1BBAD501-8590-40EC-92AD-5D59D1FE9473}" type="pres">
      <dgm:prSet presAssocID="{2F394C05-6B32-4B00-ACD6-C723B2170035}" presName="compNode" presStyleCnt="0"/>
      <dgm:spPr/>
    </dgm:pt>
    <dgm:pt modelId="{09E269E8-6C3F-46C1-8F3D-1547B6BECF78}" type="pres">
      <dgm:prSet presAssocID="{2F394C05-6B32-4B00-ACD6-C723B2170035}" presName="bgRect" presStyleLbl="bgShp" presStyleIdx="2" presStyleCnt="5"/>
      <dgm:spPr/>
    </dgm:pt>
    <dgm:pt modelId="{0A25D207-FF66-4991-82D8-86432912FDDD}" type="pres">
      <dgm:prSet presAssocID="{2F394C05-6B32-4B00-ACD6-C723B217003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2576184D-53DD-46B6-B9F2-905C2D4D43DB}" type="pres">
      <dgm:prSet presAssocID="{2F394C05-6B32-4B00-ACD6-C723B2170035}" presName="spaceRect" presStyleCnt="0"/>
      <dgm:spPr/>
    </dgm:pt>
    <dgm:pt modelId="{95B834C4-75A3-4D9E-BA98-16F75B74241B}" type="pres">
      <dgm:prSet presAssocID="{2F394C05-6B32-4B00-ACD6-C723B2170035}" presName="parTx" presStyleLbl="revTx" presStyleIdx="2" presStyleCnt="5">
        <dgm:presLayoutVars>
          <dgm:chMax val="0"/>
          <dgm:chPref val="0"/>
        </dgm:presLayoutVars>
      </dgm:prSet>
      <dgm:spPr/>
    </dgm:pt>
    <dgm:pt modelId="{293CB9D2-32D9-429C-907F-07938831BAB8}" type="pres">
      <dgm:prSet presAssocID="{3E5AF7E2-0F38-4314-8DDB-F9D9707B074B}" presName="sibTrans" presStyleCnt="0"/>
      <dgm:spPr/>
    </dgm:pt>
    <dgm:pt modelId="{F5659A26-74B4-4823-B71D-77D3BDF540A7}" type="pres">
      <dgm:prSet presAssocID="{4240F5A6-DF83-4FBA-A40F-76991974FF6B}" presName="compNode" presStyleCnt="0"/>
      <dgm:spPr/>
    </dgm:pt>
    <dgm:pt modelId="{BB0A2D53-A117-4C48-97A4-07C29561FB2E}" type="pres">
      <dgm:prSet presAssocID="{4240F5A6-DF83-4FBA-A40F-76991974FF6B}" presName="bgRect" presStyleLbl="bgShp" presStyleIdx="3" presStyleCnt="5"/>
      <dgm:spPr/>
    </dgm:pt>
    <dgm:pt modelId="{3D89A317-25BB-454B-8763-5C24A87955BC}" type="pres">
      <dgm:prSet presAssocID="{4240F5A6-DF83-4FBA-A40F-76991974FF6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2B6FB75A-D4D2-41CA-967A-7AEC68656E86}" type="pres">
      <dgm:prSet presAssocID="{4240F5A6-DF83-4FBA-A40F-76991974FF6B}" presName="spaceRect" presStyleCnt="0"/>
      <dgm:spPr/>
    </dgm:pt>
    <dgm:pt modelId="{E86D5BE8-1649-491A-81DB-A6B0B967B46F}" type="pres">
      <dgm:prSet presAssocID="{4240F5A6-DF83-4FBA-A40F-76991974FF6B}" presName="parTx" presStyleLbl="revTx" presStyleIdx="3" presStyleCnt="5">
        <dgm:presLayoutVars>
          <dgm:chMax val="0"/>
          <dgm:chPref val="0"/>
        </dgm:presLayoutVars>
      </dgm:prSet>
      <dgm:spPr/>
    </dgm:pt>
    <dgm:pt modelId="{030D59A0-FF1C-406E-BB05-A4A40FC08D67}" type="pres">
      <dgm:prSet presAssocID="{C3BB2518-811D-445D-9493-8D0BEB6A8D32}" presName="sibTrans" presStyleCnt="0"/>
      <dgm:spPr/>
    </dgm:pt>
    <dgm:pt modelId="{B39C24F5-26BF-4486-A7BA-DB4C7B678FD0}" type="pres">
      <dgm:prSet presAssocID="{2DB1A834-0A8D-4773-8FD9-B2DEE64B7DB5}" presName="compNode" presStyleCnt="0"/>
      <dgm:spPr/>
    </dgm:pt>
    <dgm:pt modelId="{D37784F9-62EB-4240-8329-9D92ED7F1F14}" type="pres">
      <dgm:prSet presAssocID="{2DB1A834-0A8D-4773-8FD9-B2DEE64B7DB5}" presName="bgRect" presStyleLbl="bgShp" presStyleIdx="4" presStyleCnt="5"/>
      <dgm:spPr/>
    </dgm:pt>
    <dgm:pt modelId="{07079C60-4285-4468-9F43-5B098570F7E0}" type="pres">
      <dgm:prSet presAssocID="{2DB1A834-0A8D-4773-8FD9-B2DEE64B7DB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F135F27-A218-4E19-B94D-BDAB1B4484B2}" type="pres">
      <dgm:prSet presAssocID="{2DB1A834-0A8D-4773-8FD9-B2DEE64B7DB5}" presName="spaceRect" presStyleCnt="0"/>
      <dgm:spPr/>
    </dgm:pt>
    <dgm:pt modelId="{B9C2429D-2950-4909-BE9D-DFF9119E1783}" type="pres">
      <dgm:prSet presAssocID="{2DB1A834-0A8D-4773-8FD9-B2DEE64B7DB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1DB8308-6E04-4576-90DA-F4BC0E372B74}" srcId="{80F04EF0-E032-4C5E-A89D-8498CA261CEF}" destId="{2F394C05-6B32-4B00-ACD6-C723B2170035}" srcOrd="2" destOrd="0" parTransId="{D4F5DEB4-B19B-4FEA-9F2B-D8E3A0BBDE65}" sibTransId="{3E5AF7E2-0F38-4314-8DDB-F9D9707B074B}"/>
    <dgm:cxn modelId="{893E5010-C61B-4221-A829-5BFA38C430E3}" type="presOf" srcId="{2DB1A834-0A8D-4773-8FD9-B2DEE64B7DB5}" destId="{B9C2429D-2950-4909-BE9D-DFF9119E1783}" srcOrd="0" destOrd="0" presId="urn:microsoft.com/office/officeart/2018/2/layout/IconVerticalSolidList"/>
    <dgm:cxn modelId="{C853AF3D-3CB3-4890-8454-1A23D3AE99C4}" srcId="{80F04EF0-E032-4C5E-A89D-8498CA261CEF}" destId="{50E73897-0C23-46EC-8A26-615912D918A1}" srcOrd="1" destOrd="0" parTransId="{3AD85F39-BF74-48F8-A9D6-875F0B42174A}" sibTransId="{3EE6B1A4-E8C7-4C00-AE4C-38B359A52A13}"/>
    <dgm:cxn modelId="{84806F5C-72FA-46AA-901C-F3F4B3C303F4}" type="presOf" srcId="{66833E4A-06F7-4E5C-97FF-5545B7835E1D}" destId="{B716F1BF-276F-4DCC-BED3-08A8A7D9D6C0}" srcOrd="0" destOrd="0" presId="urn:microsoft.com/office/officeart/2018/2/layout/IconVerticalSolidList"/>
    <dgm:cxn modelId="{CF93EB62-3655-4B11-A3C4-216AA68B3784}" type="presOf" srcId="{4240F5A6-DF83-4FBA-A40F-76991974FF6B}" destId="{E86D5BE8-1649-491A-81DB-A6B0B967B46F}" srcOrd="0" destOrd="0" presId="urn:microsoft.com/office/officeart/2018/2/layout/IconVerticalSolidList"/>
    <dgm:cxn modelId="{F8F0014C-C73E-4587-8388-8A095325F0D1}" srcId="{80F04EF0-E032-4C5E-A89D-8498CA261CEF}" destId="{66833E4A-06F7-4E5C-97FF-5545B7835E1D}" srcOrd="0" destOrd="0" parTransId="{EB4C397E-7EBE-41D5-891B-29E1F64B930A}" sibTransId="{EAD513FD-2B72-487C-B44F-914DD62E6A22}"/>
    <dgm:cxn modelId="{F4AD3E88-8B49-4E6E-A97E-EA8E4964A8B6}" type="presOf" srcId="{50E73897-0C23-46EC-8A26-615912D918A1}" destId="{57E08995-9D59-442A-8852-DB795366F231}" srcOrd="0" destOrd="0" presId="urn:microsoft.com/office/officeart/2018/2/layout/IconVerticalSolidList"/>
    <dgm:cxn modelId="{3E2E138C-B8E7-4344-A426-24172914B54F}" srcId="{80F04EF0-E032-4C5E-A89D-8498CA261CEF}" destId="{2DB1A834-0A8D-4773-8FD9-B2DEE64B7DB5}" srcOrd="4" destOrd="0" parTransId="{BB125753-7E74-4F1D-B09C-0545D323B2DE}" sibTransId="{6A2FA15F-59DB-420E-BB8D-F5E70035F62F}"/>
    <dgm:cxn modelId="{E86615A1-980C-4708-9561-462A7DD88F20}" type="presOf" srcId="{80F04EF0-E032-4C5E-A89D-8498CA261CEF}" destId="{6CB2F8D7-940F-4847-BF84-5266F81D5611}" srcOrd="0" destOrd="0" presId="urn:microsoft.com/office/officeart/2018/2/layout/IconVerticalSolidList"/>
    <dgm:cxn modelId="{F8E93EC4-3BAA-47F7-8ADB-3E648F832D2E}" srcId="{80F04EF0-E032-4C5E-A89D-8498CA261CEF}" destId="{4240F5A6-DF83-4FBA-A40F-76991974FF6B}" srcOrd="3" destOrd="0" parTransId="{7B9405E4-E0EF-4A55-AA5D-7987D0D9690B}" sibTransId="{C3BB2518-811D-445D-9493-8D0BEB6A8D32}"/>
    <dgm:cxn modelId="{4BA064E4-C6F5-4E47-9CE3-0CFB8A50BD6D}" type="presOf" srcId="{2F394C05-6B32-4B00-ACD6-C723B2170035}" destId="{95B834C4-75A3-4D9E-BA98-16F75B74241B}" srcOrd="0" destOrd="0" presId="urn:microsoft.com/office/officeart/2018/2/layout/IconVerticalSolidList"/>
    <dgm:cxn modelId="{30520353-1948-4B62-8379-10E092D7A3C9}" type="presParOf" srcId="{6CB2F8D7-940F-4847-BF84-5266F81D5611}" destId="{7F460204-C0D8-404C-8A1B-274EC4176368}" srcOrd="0" destOrd="0" presId="urn:microsoft.com/office/officeart/2018/2/layout/IconVerticalSolidList"/>
    <dgm:cxn modelId="{C5CC575F-23A4-4042-9F2C-41D693E57B2F}" type="presParOf" srcId="{7F460204-C0D8-404C-8A1B-274EC4176368}" destId="{3CDF4F48-2E4D-441D-B206-4E5CCAF3833E}" srcOrd="0" destOrd="0" presId="urn:microsoft.com/office/officeart/2018/2/layout/IconVerticalSolidList"/>
    <dgm:cxn modelId="{AB9BC523-02E5-4954-A09B-6E88F8AEB27E}" type="presParOf" srcId="{7F460204-C0D8-404C-8A1B-274EC4176368}" destId="{DCFE6DE1-2329-4B48-91FB-33F4DA2B7EB9}" srcOrd="1" destOrd="0" presId="urn:microsoft.com/office/officeart/2018/2/layout/IconVerticalSolidList"/>
    <dgm:cxn modelId="{282AB76C-BAC3-4CA2-8CFF-D6B9396820AC}" type="presParOf" srcId="{7F460204-C0D8-404C-8A1B-274EC4176368}" destId="{B9E13625-DB02-4665-943D-419C52F2F5F2}" srcOrd="2" destOrd="0" presId="urn:microsoft.com/office/officeart/2018/2/layout/IconVerticalSolidList"/>
    <dgm:cxn modelId="{41E93B62-5F11-4718-A374-6B64D3BA3D84}" type="presParOf" srcId="{7F460204-C0D8-404C-8A1B-274EC4176368}" destId="{B716F1BF-276F-4DCC-BED3-08A8A7D9D6C0}" srcOrd="3" destOrd="0" presId="urn:microsoft.com/office/officeart/2018/2/layout/IconVerticalSolidList"/>
    <dgm:cxn modelId="{807E65E5-83B6-427D-B968-5E2F859FF2BE}" type="presParOf" srcId="{6CB2F8D7-940F-4847-BF84-5266F81D5611}" destId="{F3478691-0573-4AE4-B650-8D3A938514FE}" srcOrd="1" destOrd="0" presId="urn:microsoft.com/office/officeart/2018/2/layout/IconVerticalSolidList"/>
    <dgm:cxn modelId="{7CB0D574-C021-47BA-BC93-C8A9798ECF7E}" type="presParOf" srcId="{6CB2F8D7-940F-4847-BF84-5266F81D5611}" destId="{EB7351BE-49DA-4612-9EFF-2531D2BFAF64}" srcOrd="2" destOrd="0" presId="urn:microsoft.com/office/officeart/2018/2/layout/IconVerticalSolidList"/>
    <dgm:cxn modelId="{D66B10FA-3EED-49B1-8E76-95CEEFA5BABE}" type="presParOf" srcId="{EB7351BE-49DA-4612-9EFF-2531D2BFAF64}" destId="{9AB647F5-BEA4-47DB-9635-DBC4E9CB7EEC}" srcOrd="0" destOrd="0" presId="urn:microsoft.com/office/officeart/2018/2/layout/IconVerticalSolidList"/>
    <dgm:cxn modelId="{24AB5A0B-58CE-4A6B-B2D1-AA385FDDF967}" type="presParOf" srcId="{EB7351BE-49DA-4612-9EFF-2531D2BFAF64}" destId="{A01116FC-E3C8-4161-93B4-26C76DAC3A9F}" srcOrd="1" destOrd="0" presId="urn:microsoft.com/office/officeart/2018/2/layout/IconVerticalSolidList"/>
    <dgm:cxn modelId="{8E217E69-FD92-4C53-90AE-E8BBBCBB3982}" type="presParOf" srcId="{EB7351BE-49DA-4612-9EFF-2531D2BFAF64}" destId="{1E092869-2DE0-4981-89CB-DB84575425B6}" srcOrd="2" destOrd="0" presId="urn:microsoft.com/office/officeart/2018/2/layout/IconVerticalSolidList"/>
    <dgm:cxn modelId="{F8430FE1-0EBA-41B2-A3B5-2096DD69A89B}" type="presParOf" srcId="{EB7351BE-49DA-4612-9EFF-2531D2BFAF64}" destId="{57E08995-9D59-442A-8852-DB795366F231}" srcOrd="3" destOrd="0" presId="urn:microsoft.com/office/officeart/2018/2/layout/IconVerticalSolidList"/>
    <dgm:cxn modelId="{17EC7408-4F02-48A8-BC8D-660084F575A1}" type="presParOf" srcId="{6CB2F8D7-940F-4847-BF84-5266F81D5611}" destId="{2DCAAF92-CEF1-4BD9-AA64-63EB137A1E5C}" srcOrd="3" destOrd="0" presId="urn:microsoft.com/office/officeart/2018/2/layout/IconVerticalSolidList"/>
    <dgm:cxn modelId="{C9C8112F-6B18-49B4-A83C-52A936E4865A}" type="presParOf" srcId="{6CB2F8D7-940F-4847-BF84-5266F81D5611}" destId="{1BBAD501-8590-40EC-92AD-5D59D1FE9473}" srcOrd="4" destOrd="0" presId="urn:microsoft.com/office/officeart/2018/2/layout/IconVerticalSolidList"/>
    <dgm:cxn modelId="{3C52BC24-08CA-4C3F-8B36-C7D65394252E}" type="presParOf" srcId="{1BBAD501-8590-40EC-92AD-5D59D1FE9473}" destId="{09E269E8-6C3F-46C1-8F3D-1547B6BECF78}" srcOrd="0" destOrd="0" presId="urn:microsoft.com/office/officeart/2018/2/layout/IconVerticalSolidList"/>
    <dgm:cxn modelId="{A9168285-B9DF-4FC7-91B2-F42527D4A3F0}" type="presParOf" srcId="{1BBAD501-8590-40EC-92AD-5D59D1FE9473}" destId="{0A25D207-FF66-4991-82D8-86432912FDDD}" srcOrd="1" destOrd="0" presId="urn:microsoft.com/office/officeart/2018/2/layout/IconVerticalSolidList"/>
    <dgm:cxn modelId="{2366F6BA-AB86-484F-AD77-5BFE151E7CC8}" type="presParOf" srcId="{1BBAD501-8590-40EC-92AD-5D59D1FE9473}" destId="{2576184D-53DD-46B6-B9F2-905C2D4D43DB}" srcOrd="2" destOrd="0" presId="urn:microsoft.com/office/officeart/2018/2/layout/IconVerticalSolidList"/>
    <dgm:cxn modelId="{8FC9EE16-D463-41EB-A4B0-84885C4DCEAA}" type="presParOf" srcId="{1BBAD501-8590-40EC-92AD-5D59D1FE9473}" destId="{95B834C4-75A3-4D9E-BA98-16F75B74241B}" srcOrd="3" destOrd="0" presId="urn:microsoft.com/office/officeart/2018/2/layout/IconVerticalSolidList"/>
    <dgm:cxn modelId="{74CF2AD1-7882-461E-B9F4-3E4B173AED30}" type="presParOf" srcId="{6CB2F8D7-940F-4847-BF84-5266F81D5611}" destId="{293CB9D2-32D9-429C-907F-07938831BAB8}" srcOrd="5" destOrd="0" presId="urn:microsoft.com/office/officeart/2018/2/layout/IconVerticalSolidList"/>
    <dgm:cxn modelId="{AB92AB08-79FB-4CDC-8C7E-71656B6B728B}" type="presParOf" srcId="{6CB2F8D7-940F-4847-BF84-5266F81D5611}" destId="{F5659A26-74B4-4823-B71D-77D3BDF540A7}" srcOrd="6" destOrd="0" presId="urn:microsoft.com/office/officeart/2018/2/layout/IconVerticalSolidList"/>
    <dgm:cxn modelId="{CB40CC71-435B-4715-ABF8-66F0C7CB1ED4}" type="presParOf" srcId="{F5659A26-74B4-4823-B71D-77D3BDF540A7}" destId="{BB0A2D53-A117-4C48-97A4-07C29561FB2E}" srcOrd="0" destOrd="0" presId="urn:microsoft.com/office/officeart/2018/2/layout/IconVerticalSolidList"/>
    <dgm:cxn modelId="{3837955D-57D2-4CC7-B58C-C8F86287249F}" type="presParOf" srcId="{F5659A26-74B4-4823-B71D-77D3BDF540A7}" destId="{3D89A317-25BB-454B-8763-5C24A87955BC}" srcOrd="1" destOrd="0" presId="urn:microsoft.com/office/officeart/2018/2/layout/IconVerticalSolidList"/>
    <dgm:cxn modelId="{147F06C2-754F-4574-8B81-FEF9B3539D46}" type="presParOf" srcId="{F5659A26-74B4-4823-B71D-77D3BDF540A7}" destId="{2B6FB75A-D4D2-41CA-967A-7AEC68656E86}" srcOrd="2" destOrd="0" presId="urn:microsoft.com/office/officeart/2018/2/layout/IconVerticalSolidList"/>
    <dgm:cxn modelId="{530FD7AC-E0E6-474C-8762-EB6D18786A80}" type="presParOf" srcId="{F5659A26-74B4-4823-B71D-77D3BDF540A7}" destId="{E86D5BE8-1649-491A-81DB-A6B0B967B46F}" srcOrd="3" destOrd="0" presId="urn:microsoft.com/office/officeart/2018/2/layout/IconVerticalSolidList"/>
    <dgm:cxn modelId="{281C6997-4CA6-4471-835C-1AD5A8451497}" type="presParOf" srcId="{6CB2F8D7-940F-4847-BF84-5266F81D5611}" destId="{030D59A0-FF1C-406E-BB05-A4A40FC08D67}" srcOrd="7" destOrd="0" presId="urn:microsoft.com/office/officeart/2018/2/layout/IconVerticalSolidList"/>
    <dgm:cxn modelId="{7A6CD62B-2D11-465E-9B6A-B516862FE9E9}" type="presParOf" srcId="{6CB2F8D7-940F-4847-BF84-5266F81D5611}" destId="{B39C24F5-26BF-4486-A7BA-DB4C7B678FD0}" srcOrd="8" destOrd="0" presId="urn:microsoft.com/office/officeart/2018/2/layout/IconVerticalSolidList"/>
    <dgm:cxn modelId="{1629D64F-90AB-491E-AED5-8955BFAE1D51}" type="presParOf" srcId="{B39C24F5-26BF-4486-A7BA-DB4C7B678FD0}" destId="{D37784F9-62EB-4240-8329-9D92ED7F1F14}" srcOrd="0" destOrd="0" presId="urn:microsoft.com/office/officeart/2018/2/layout/IconVerticalSolidList"/>
    <dgm:cxn modelId="{939C5C0D-B0FC-48F2-B7A1-E475B1C69908}" type="presParOf" srcId="{B39C24F5-26BF-4486-A7BA-DB4C7B678FD0}" destId="{07079C60-4285-4468-9F43-5B098570F7E0}" srcOrd="1" destOrd="0" presId="urn:microsoft.com/office/officeart/2018/2/layout/IconVerticalSolidList"/>
    <dgm:cxn modelId="{4B5278D3-B1CA-4DCB-BBE2-DCFAA4A833F5}" type="presParOf" srcId="{B39C24F5-26BF-4486-A7BA-DB4C7B678FD0}" destId="{9F135F27-A218-4E19-B94D-BDAB1B4484B2}" srcOrd="2" destOrd="0" presId="urn:microsoft.com/office/officeart/2018/2/layout/IconVerticalSolidList"/>
    <dgm:cxn modelId="{6D761EBF-06DD-4824-A521-A8C920CCCA5F}" type="presParOf" srcId="{B39C24F5-26BF-4486-A7BA-DB4C7B678FD0}" destId="{B9C2429D-2950-4909-BE9D-DFF9119E17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4E8F79-9A22-4C04-8727-2D8EED02E5E0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DBF2A1-A45C-492B-A21D-0847831800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Centralize employee and HR-related information.</a:t>
          </a:r>
          <a:endParaRPr lang="en-US"/>
        </a:p>
      </dgm:t>
    </dgm:pt>
    <dgm:pt modelId="{E97E6050-13EA-404B-92C9-8ECCCF89D2EC}" type="parTrans" cxnId="{26E1EBFE-3AA0-4F6B-8704-45EABE8F5144}">
      <dgm:prSet/>
      <dgm:spPr/>
      <dgm:t>
        <a:bodyPr/>
        <a:lstStyle/>
        <a:p>
          <a:endParaRPr lang="en-US"/>
        </a:p>
      </dgm:t>
    </dgm:pt>
    <dgm:pt modelId="{A41CB9F2-91B8-4C61-8CE6-B4504516F4F5}" type="sibTrans" cxnId="{26E1EBFE-3AA0-4F6B-8704-45EABE8F5144}">
      <dgm:prSet/>
      <dgm:spPr/>
      <dgm:t>
        <a:bodyPr/>
        <a:lstStyle/>
        <a:p>
          <a:endParaRPr lang="en-US"/>
        </a:p>
      </dgm:t>
    </dgm:pt>
    <dgm:pt modelId="{E25F6A96-C736-4C00-9A1C-40339A0F9AC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Manage tasks, priorities, deadlines, and employee assignments.</a:t>
          </a:r>
          <a:endParaRPr lang="en-US"/>
        </a:p>
      </dgm:t>
    </dgm:pt>
    <dgm:pt modelId="{43D31D00-90DA-4E7D-913E-C1EE825EBEAE}" type="parTrans" cxnId="{0113F729-C0DB-4402-927A-DC4CA101CD60}">
      <dgm:prSet/>
      <dgm:spPr/>
      <dgm:t>
        <a:bodyPr/>
        <a:lstStyle/>
        <a:p>
          <a:endParaRPr lang="en-US"/>
        </a:p>
      </dgm:t>
    </dgm:pt>
    <dgm:pt modelId="{EDDE1591-1515-46F3-A0A5-E7737F835258}" type="sibTrans" cxnId="{0113F729-C0DB-4402-927A-DC4CA101CD60}">
      <dgm:prSet/>
      <dgm:spPr/>
      <dgm:t>
        <a:bodyPr/>
        <a:lstStyle/>
        <a:p>
          <a:endParaRPr lang="en-US"/>
        </a:p>
      </dgm:t>
    </dgm:pt>
    <dgm:pt modelId="{2CF52ECB-7E9A-4B4B-A267-BF09E6C47E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Provide structured onboarding steps and progress tracking.</a:t>
          </a:r>
          <a:endParaRPr lang="en-US"/>
        </a:p>
      </dgm:t>
    </dgm:pt>
    <dgm:pt modelId="{045EF01D-11B7-4614-AE2C-F11F7CC3B768}" type="parTrans" cxnId="{3E27CBDB-5A0A-48F8-A652-66308A3FE098}">
      <dgm:prSet/>
      <dgm:spPr/>
      <dgm:t>
        <a:bodyPr/>
        <a:lstStyle/>
        <a:p>
          <a:endParaRPr lang="en-US"/>
        </a:p>
      </dgm:t>
    </dgm:pt>
    <dgm:pt modelId="{1466F4B0-7337-4E20-824C-AC18CA3ECF28}" type="sibTrans" cxnId="{3E27CBDB-5A0A-48F8-A652-66308A3FE098}">
      <dgm:prSet/>
      <dgm:spPr/>
      <dgm:t>
        <a:bodyPr/>
        <a:lstStyle/>
        <a:p>
          <a:endParaRPr lang="en-US"/>
        </a:p>
      </dgm:t>
    </dgm:pt>
    <dgm:pt modelId="{E294A5C2-22D9-4166-A345-42BD346E5C0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Collect employee mood, energy, stress, focus, and motivation data.</a:t>
          </a:r>
          <a:endParaRPr lang="en-US"/>
        </a:p>
      </dgm:t>
    </dgm:pt>
    <dgm:pt modelId="{4E836BE2-7CBD-42C3-801A-38F62995833A}" type="parTrans" cxnId="{3650F649-4CE3-404A-A1DE-DBC9B52E36CD}">
      <dgm:prSet/>
      <dgm:spPr/>
      <dgm:t>
        <a:bodyPr/>
        <a:lstStyle/>
        <a:p>
          <a:endParaRPr lang="en-US"/>
        </a:p>
      </dgm:t>
    </dgm:pt>
    <dgm:pt modelId="{86FB53C0-7F3E-4672-BFA1-696D90F47D57}" type="sibTrans" cxnId="{3650F649-4CE3-404A-A1DE-DBC9B52E36CD}">
      <dgm:prSet/>
      <dgm:spPr/>
      <dgm:t>
        <a:bodyPr/>
        <a:lstStyle/>
        <a:p>
          <a:endParaRPr lang="en-US"/>
        </a:p>
      </dgm:t>
    </dgm:pt>
    <dgm:pt modelId="{F4D8738E-9F99-4469-830C-BBCABBF10C8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Provide task suggestions using employee skills, workload, experience, and mood.</a:t>
          </a:r>
          <a:endParaRPr lang="en-US"/>
        </a:p>
      </dgm:t>
    </dgm:pt>
    <dgm:pt modelId="{17F3C5FC-8635-4D5C-8DF3-7DEC6932EA5F}" type="parTrans" cxnId="{AF8B350A-319E-4C9C-AB28-2B72CC1B64C2}">
      <dgm:prSet/>
      <dgm:spPr/>
      <dgm:t>
        <a:bodyPr/>
        <a:lstStyle/>
        <a:p>
          <a:endParaRPr lang="en-US"/>
        </a:p>
      </dgm:t>
    </dgm:pt>
    <dgm:pt modelId="{247CF1EB-0DEF-4327-B638-4F39680E7868}" type="sibTrans" cxnId="{AF8B350A-319E-4C9C-AB28-2B72CC1B64C2}">
      <dgm:prSet/>
      <dgm:spPr/>
      <dgm:t>
        <a:bodyPr/>
        <a:lstStyle/>
        <a:p>
          <a:endParaRPr lang="en-US"/>
        </a:p>
      </dgm:t>
    </dgm:pt>
    <dgm:pt modelId="{064F0B77-3B8C-4EDA-9880-172D995F83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Offer an interactive HR assistant chatbot for common dashboard queries.</a:t>
          </a:r>
          <a:endParaRPr lang="en-US"/>
        </a:p>
      </dgm:t>
    </dgm:pt>
    <dgm:pt modelId="{97A84C44-E8A5-4CD8-9841-4344837E35A2}" type="parTrans" cxnId="{B926B481-8F0F-4453-B744-49F2DF3E58D2}">
      <dgm:prSet/>
      <dgm:spPr/>
      <dgm:t>
        <a:bodyPr/>
        <a:lstStyle/>
        <a:p>
          <a:endParaRPr lang="en-US"/>
        </a:p>
      </dgm:t>
    </dgm:pt>
    <dgm:pt modelId="{E2177B10-7DDB-4F08-84DF-8C588FE6A43B}" type="sibTrans" cxnId="{B926B481-8F0F-4453-B744-49F2DF3E58D2}">
      <dgm:prSet/>
      <dgm:spPr/>
      <dgm:t>
        <a:bodyPr/>
        <a:lstStyle/>
        <a:p>
          <a:endParaRPr lang="en-US"/>
        </a:p>
      </dgm:t>
    </dgm:pt>
    <dgm:pt modelId="{8D6B5048-01B2-499E-BAD6-7205843A0DC6}" type="pres">
      <dgm:prSet presAssocID="{774E8F79-9A22-4C04-8727-2D8EED02E5E0}" presName="root" presStyleCnt="0">
        <dgm:presLayoutVars>
          <dgm:dir/>
          <dgm:resizeHandles val="exact"/>
        </dgm:presLayoutVars>
      </dgm:prSet>
      <dgm:spPr/>
    </dgm:pt>
    <dgm:pt modelId="{4A3843C0-8134-4195-B78E-774DFF31C339}" type="pres">
      <dgm:prSet presAssocID="{FCDBF2A1-A45C-492B-A21D-0847831800E9}" presName="compNode" presStyleCnt="0"/>
      <dgm:spPr/>
    </dgm:pt>
    <dgm:pt modelId="{CE222C47-18AA-48A9-B000-21965C5975F8}" type="pres">
      <dgm:prSet presAssocID="{FCDBF2A1-A45C-492B-A21D-0847831800E9}" presName="iconBgRect" presStyleLbl="bgShp" presStyleIdx="0" presStyleCnt="6"/>
      <dgm:spPr/>
    </dgm:pt>
    <dgm:pt modelId="{9360EC79-99B6-4C37-A7EE-F69ACE99D13F}" type="pres">
      <dgm:prSet presAssocID="{FCDBF2A1-A45C-492B-A21D-0847831800E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CAC9DA1-EBFA-4369-87F2-653EDCBA60B7}" type="pres">
      <dgm:prSet presAssocID="{FCDBF2A1-A45C-492B-A21D-0847831800E9}" presName="spaceRect" presStyleCnt="0"/>
      <dgm:spPr/>
    </dgm:pt>
    <dgm:pt modelId="{98821F9B-A9DB-4EF6-95A3-34DAC8A94EFF}" type="pres">
      <dgm:prSet presAssocID="{FCDBF2A1-A45C-492B-A21D-0847831800E9}" presName="textRect" presStyleLbl="revTx" presStyleIdx="0" presStyleCnt="6">
        <dgm:presLayoutVars>
          <dgm:chMax val="1"/>
          <dgm:chPref val="1"/>
        </dgm:presLayoutVars>
      </dgm:prSet>
      <dgm:spPr/>
    </dgm:pt>
    <dgm:pt modelId="{14D324A1-F3C3-4537-8499-96F5FEE62469}" type="pres">
      <dgm:prSet presAssocID="{A41CB9F2-91B8-4C61-8CE6-B4504516F4F5}" presName="sibTrans" presStyleCnt="0"/>
      <dgm:spPr/>
    </dgm:pt>
    <dgm:pt modelId="{BBC3FACE-20D6-4F17-A02D-742B9B3444B8}" type="pres">
      <dgm:prSet presAssocID="{E25F6A96-C736-4C00-9A1C-40339A0F9ACF}" presName="compNode" presStyleCnt="0"/>
      <dgm:spPr/>
    </dgm:pt>
    <dgm:pt modelId="{A0588934-8D19-4A2F-95EC-58469C498A68}" type="pres">
      <dgm:prSet presAssocID="{E25F6A96-C736-4C00-9A1C-40339A0F9ACF}" presName="iconBgRect" presStyleLbl="bgShp" presStyleIdx="1" presStyleCnt="6"/>
      <dgm:spPr/>
    </dgm:pt>
    <dgm:pt modelId="{837E2C32-166C-43D9-8E49-AE587C43F6A7}" type="pres">
      <dgm:prSet presAssocID="{E25F6A96-C736-4C00-9A1C-40339A0F9AC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209F47C-382D-4DC1-847D-909E187D83DD}" type="pres">
      <dgm:prSet presAssocID="{E25F6A96-C736-4C00-9A1C-40339A0F9ACF}" presName="spaceRect" presStyleCnt="0"/>
      <dgm:spPr/>
    </dgm:pt>
    <dgm:pt modelId="{99309A39-A3BF-460B-82B2-2CAB8CED5958}" type="pres">
      <dgm:prSet presAssocID="{E25F6A96-C736-4C00-9A1C-40339A0F9ACF}" presName="textRect" presStyleLbl="revTx" presStyleIdx="1" presStyleCnt="6">
        <dgm:presLayoutVars>
          <dgm:chMax val="1"/>
          <dgm:chPref val="1"/>
        </dgm:presLayoutVars>
      </dgm:prSet>
      <dgm:spPr/>
    </dgm:pt>
    <dgm:pt modelId="{73E03229-C5ED-49B4-ABCE-743957992604}" type="pres">
      <dgm:prSet presAssocID="{EDDE1591-1515-46F3-A0A5-E7737F835258}" presName="sibTrans" presStyleCnt="0"/>
      <dgm:spPr/>
    </dgm:pt>
    <dgm:pt modelId="{91C10EF7-3D93-4A7D-9E78-50B9F5E2FA22}" type="pres">
      <dgm:prSet presAssocID="{2CF52ECB-7E9A-4B4B-A267-BF09E6C47E8B}" presName="compNode" presStyleCnt="0"/>
      <dgm:spPr/>
    </dgm:pt>
    <dgm:pt modelId="{23674DEE-E5D0-4165-B2ED-BD768C1D3F79}" type="pres">
      <dgm:prSet presAssocID="{2CF52ECB-7E9A-4B4B-A267-BF09E6C47E8B}" presName="iconBgRect" presStyleLbl="bgShp" presStyleIdx="2" presStyleCnt="6"/>
      <dgm:spPr/>
    </dgm:pt>
    <dgm:pt modelId="{381E530C-30C3-4BA9-948F-3CA96E3B0F24}" type="pres">
      <dgm:prSet presAssocID="{2CF52ECB-7E9A-4B4B-A267-BF09E6C47E8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0F0D491-CC77-47C2-BA79-6B692B506AB6}" type="pres">
      <dgm:prSet presAssocID="{2CF52ECB-7E9A-4B4B-A267-BF09E6C47E8B}" presName="spaceRect" presStyleCnt="0"/>
      <dgm:spPr/>
    </dgm:pt>
    <dgm:pt modelId="{FD1BFCB3-4FE3-4B8C-B1A5-C5B4B56D6725}" type="pres">
      <dgm:prSet presAssocID="{2CF52ECB-7E9A-4B4B-A267-BF09E6C47E8B}" presName="textRect" presStyleLbl="revTx" presStyleIdx="2" presStyleCnt="6">
        <dgm:presLayoutVars>
          <dgm:chMax val="1"/>
          <dgm:chPref val="1"/>
        </dgm:presLayoutVars>
      </dgm:prSet>
      <dgm:spPr/>
    </dgm:pt>
    <dgm:pt modelId="{A9CB0F51-9ED9-4A0D-AB82-6F80C1CCB228}" type="pres">
      <dgm:prSet presAssocID="{1466F4B0-7337-4E20-824C-AC18CA3ECF28}" presName="sibTrans" presStyleCnt="0"/>
      <dgm:spPr/>
    </dgm:pt>
    <dgm:pt modelId="{B31D5BEB-38CA-4E7D-A59E-D7E609788669}" type="pres">
      <dgm:prSet presAssocID="{E294A5C2-22D9-4166-A345-42BD346E5C02}" presName="compNode" presStyleCnt="0"/>
      <dgm:spPr/>
    </dgm:pt>
    <dgm:pt modelId="{86DC371F-014C-4DF1-8DA0-D0C1328EC229}" type="pres">
      <dgm:prSet presAssocID="{E294A5C2-22D9-4166-A345-42BD346E5C02}" presName="iconBgRect" presStyleLbl="bgShp" presStyleIdx="3" presStyleCnt="6"/>
      <dgm:spPr/>
    </dgm:pt>
    <dgm:pt modelId="{D894D6A5-8F5B-4776-A6E0-F3DFC991E46B}" type="pres">
      <dgm:prSet presAssocID="{E294A5C2-22D9-4166-A345-42BD346E5C0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glasses Face Outline"/>
        </a:ext>
      </dgm:extLst>
    </dgm:pt>
    <dgm:pt modelId="{95FB7C88-C02D-41B9-800A-2191FB3C898F}" type="pres">
      <dgm:prSet presAssocID="{E294A5C2-22D9-4166-A345-42BD346E5C02}" presName="spaceRect" presStyleCnt="0"/>
      <dgm:spPr/>
    </dgm:pt>
    <dgm:pt modelId="{8E6CB7CC-1BB6-4DD7-96FE-15D72924A7D1}" type="pres">
      <dgm:prSet presAssocID="{E294A5C2-22D9-4166-A345-42BD346E5C02}" presName="textRect" presStyleLbl="revTx" presStyleIdx="3" presStyleCnt="6">
        <dgm:presLayoutVars>
          <dgm:chMax val="1"/>
          <dgm:chPref val="1"/>
        </dgm:presLayoutVars>
      </dgm:prSet>
      <dgm:spPr/>
    </dgm:pt>
    <dgm:pt modelId="{3EFDDDE5-69C8-4603-825C-CDD5F6E837F7}" type="pres">
      <dgm:prSet presAssocID="{86FB53C0-7F3E-4672-BFA1-696D90F47D57}" presName="sibTrans" presStyleCnt="0"/>
      <dgm:spPr/>
    </dgm:pt>
    <dgm:pt modelId="{49E5FE5D-0820-4662-A4AD-3955F760E70A}" type="pres">
      <dgm:prSet presAssocID="{F4D8738E-9F99-4469-830C-BBCABBF10C8A}" presName="compNode" presStyleCnt="0"/>
      <dgm:spPr/>
    </dgm:pt>
    <dgm:pt modelId="{A4466CF7-A4AD-4FE2-9E3B-92F50A017918}" type="pres">
      <dgm:prSet presAssocID="{F4D8738E-9F99-4469-830C-BBCABBF10C8A}" presName="iconBgRect" presStyleLbl="bgShp" presStyleIdx="4" presStyleCnt="6"/>
      <dgm:spPr/>
    </dgm:pt>
    <dgm:pt modelId="{632B44C3-2499-4ED9-A606-0D9B3E7C735F}" type="pres">
      <dgm:prSet presAssocID="{F4D8738E-9F99-4469-830C-BBCABBF10C8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FACF81C-2CFE-4E9A-88E2-B8CA2DF06000}" type="pres">
      <dgm:prSet presAssocID="{F4D8738E-9F99-4469-830C-BBCABBF10C8A}" presName="spaceRect" presStyleCnt="0"/>
      <dgm:spPr/>
    </dgm:pt>
    <dgm:pt modelId="{34641746-DDE9-4843-BF1B-08885495C18D}" type="pres">
      <dgm:prSet presAssocID="{F4D8738E-9F99-4469-830C-BBCABBF10C8A}" presName="textRect" presStyleLbl="revTx" presStyleIdx="4" presStyleCnt="6">
        <dgm:presLayoutVars>
          <dgm:chMax val="1"/>
          <dgm:chPref val="1"/>
        </dgm:presLayoutVars>
      </dgm:prSet>
      <dgm:spPr/>
    </dgm:pt>
    <dgm:pt modelId="{DB5D759B-3A79-497C-93D6-1F203535155B}" type="pres">
      <dgm:prSet presAssocID="{247CF1EB-0DEF-4327-B638-4F39680E7868}" presName="sibTrans" presStyleCnt="0"/>
      <dgm:spPr/>
    </dgm:pt>
    <dgm:pt modelId="{28A08A6C-3867-4AB6-B518-3155ABE223BD}" type="pres">
      <dgm:prSet presAssocID="{064F0B77-3B8C-4EDA-9880-172D995F8390}" presName="compNode" presStyleCnt="0"/>
      <dgm:spPr/>
    </dgm:pt>
    <dgm:pt modelId="{EAACFA1E-3E79-4C65-B8D5-88AA1969B001}" type="pres">
      <dgm:prSet presAssocID="{064F0B77-3B8C-4EDA-9880-172D995F8390}" presName="iconBgRect" presStyleLbl="bgShp" presStyleIdx="5" presStyleCnt="6"/>
      <dgm:spPr/>
    </dgm:pt>
    <dgm:pt modelId="{3E2A8C64-38B5-4DFE-B86D-F428A4DCC6EF}" type="pres">
      <dgm:prSet presAssocID="{064F0B77-3B8C-4EDA-9880-172D995F839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71D4870-B977-4F70-8333-CCE26750C8BF}" type="pres">
      <dgm:prSet presAssocID="{064F0B77-3B8C-4EDA-9880-172D995F8390}" presName="spaceRect" presStyleCnt="0"/>
      <dgm:spPr/>
    </dgm:pt>
    <dgm:pt modelId="{28F195E6-9245-4C71-9105-810CC9F3C8E1}" type="pres">
      <dgm:prSet presAssocID="{064F0B77-3B8C-4EDA-9880-172D995F839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F8B350A-319E-4C9C-AB28-2B72CC1B64C2}" srcId="{774E8F79-9A22-4C04-8727-2D8EED02E5E0}" destId="{F4D8738E-9F99-4469-830C-BBCABBF10C8A}" srcOrd="4" destOrd="0" parTransId="{17F3C5FC-8635-4D5C-8DF3-7DEC6932EA5F}" sibTransId="{247CF1EB-0DEF-4327-B638-4F39680E7868}"/>
    <dgm:cxn modelId="{94EC4216-BEF0-422C-8E67-3630C9022923}" type="presOf" srcId="{064F0B77-3B8C-4EDA-9880-172D995F8390}" destId="{28F195E6-9245-4C71-9105-810CC9F3C8E1}" srcOrd="0" destOrd="0" presId="urn:microsoft.com/office/officeart/2018/5/layout/IconCircleLabelList"/>
    <dgm:cxn modelId="{0113F729-C0DB-4402-927A-DC4CA101CD60}" srcId="{774E8F79-9A22-4C04-8727-2D8EED02E5E0}" destId="{E25F6A96-C736-4C00-9A1C-40339A0F9ACF}" srcOrd="1" destOrd="0" parTransId="{43D31D00-90DA-4E7D-913E-C1EE825EBEAE}" sibTransId="{EDDE1591-1515-46F3-A0A5-E7737F835258}"/>
    <dgm:cxn modelId="{C7D5AC31-9722-404E-B233-9B0F0D06DFF3}" type="presOf" srcId="{FCDBF2A1-A45C-492B-A21D-0847831800E9}" destId="{98821F9B-A9DB-4EF6-95A3-34DAC8A94EFF}" srcOrd="0" destOrd="0" presId="urn:microsoft.com/office/officeart/2018/5/layout/IconCircleLabelList"/>
    <dgm:cxn modelId="{3650F649-4CE3-404A-A1DE-DBC9B52E36CD}" srcId="{774E8F79-9A22-4C04-8727-2D8EED02E5E0}" destId="{E294A5C2-22D9-4166-A345-42BD346E5C02}" srcOrd="3" destOrd="0" parTransId="{4E836BE2-7CBD-42C3-801A-38F62995833A}" sibTransId="{86FB53C0-7F3E-4672-BFA1-696D90F47D57}"/>
    <dgm:cxn modelId="{B926B481-8F0F-4453-B744-49F2DF3E58D2}" srcId="{774E8F79-9A22-4C04-8727-2D8EED02E5E0}" destId="{064F0B77-3B8C-4EDA-9880-172D995F8390}" srcOrd="5" destOrd="0" parTransId="{97A84C44-E8A5-4CD8-9841-4344837E35A2}" sibTransId="{E2177B10-7DDB-4F08-84DF-8C588FE6A43B}"/>
    <dgm:cxn modelId="{DBA60882-E5CA-4069-97EE-B01B5712CB2D}" type="presOf" srcId="{E294A5C2-22D9-4166-A345-42BD346E5C02}" destId="{8E6CB7CC-1BB6-4DD7-96FE-15D72924A7D1}" srcOrd="0" destOrd="0" presId="urn:microsoft.com/office/officeart/2018/5/layout/IconCircleLabelList"/>
    <dgm:cxn modelId="{78449CA3-16A0-4ABA-8C94-20E4E5E37596}" type="presOf" srcId="{774E8F79-9A22-4C04-8727-2D8EED02E5E0}" destId="{8D6B5048-01B2-499E-BAD6-7205843A0DC6}" srcOrd="0" destOrd="0" presId="urn:microsoft.com/office/officeart/2018/5/layout/IconCircleLabelList"/>
    <dgm:cxn modelId="{AFB686C0-7172-4C04-B4F5-CDE04C265EBC}" type="presOf" srcId="{E25F6A96-C736-4C00-9A1C-40339A0F9ACF}" destId="{99309A39-A3BF-460B-82B2-2CAB8CED5958}" srcOrd="0" destOrd="0" presId="urn:microsoft.com/office/officeart/2018/5/layout/IconCircleLabelList"/>
    <dgm:cxn modelId="{86FD7BCC-6CC9-456F-87F3-0E604F93A246}" type="presOf" srcId="{F4D8738E-9F99-4469-830C-BBCABBF10C8A}" destId="{34641746-DDE9-4843-BF1B-08885495C18D}" srcOrd="0" destOrd="0" presId="urn:microsoft.com/office/officeart/2018/5/layout/IconCircleLabelList"/>
    <dgm:cxn modelId="{3E27CBDB-5A0A-48F8-A652-66308A3FE098}" srcId="{774E8F79-9A22-4C04-8727-2D8EED02E5E0}" destId="{2CF52ECB-7E9A-4B4B-A267-BF09E6C47E8B}" srcOrd="2" destOrd="0" parTransId="{045EF01D-11B7-4614-AE2C-F11F7CC3B768}" sibTransId="{1466F4B0-7337-4E20-824C-AC18CA3ECF28}"/>
    <dgm:cxn modelId="{649E6CEF-84D7-476F-8552-E250975AA9EC}" type="presOf" srcId="{2CF52ECB-7E9A-4B4B-A267-BF09E6C47E8B}" destId="{FD1BFCB3-4FE3-4B8C-B1A5-C5B4B56D6725}" srcOrd="0" destOrd="0" presId="urn:microsoft.com/office/officeart/2018/5/layout/IconCircleLabelList"/>
    <dgm:cxn modelId="{26E1EBFE-3AA0-4F6B-8704-45EABE8F5144}" srcId="{774E8F79-9A22-4C04-8727-2D8EED02E5E0}" destId="{FCDBF2A1-A45C-492B-A21D-0847831800E9}" srcOrd="0" destOrd="0" parTransId="{E97E6050-13EA-404B-92C9-8ECCCF89D2EC}" sibTransId="{A41CB9F2-91B8-4C61-8CE6-B4504516F4F5}"/>
    <dgm:cxn modelId="{DC1C891F-BFFA-4888-8AF6-2E657025DB68}" type="presParOf" srcId="{8D6B5048-01B2-499E-BAD6-7205843A0DC6}" destId="{4A3843C0-8134-4195-B78E-774DFF31C339}" srcOrd="0" destOrd="0" presId="urn:microsoft.com/office/officeart/2018/5/layout/IconCircleLabelList"/>
    <dgm:cxn modelId="{F727C087-0751-4D32-8D76-EDC38F7DD2C0}" type="presParOf" srcId="{4A3843C0-8134-4195-B78E-774DFF31C339}" destId="{CE222C47-18AA-48A9-B000-21965C5975F8}" srcOrd="0" destOrd="0" presId="urn:microsoft.com/office/officeart/2018/5/layout/IconCircleLabelList"/>
    <dgm:cxn modelId="{E6C6C91A-C979-4587-9349-D84B5CAB09F9}" type="presParOf" srcId="{4A3843C0-8134-4195-B78E-774DFF31C339}" destId="{9360EC79-99B6-4C37-A7EE-F69ACE99D13F}" srcOrd="1" destOrd="0" presId="urn:microsoft.com/office/officeart/2018/5/layout/IconCircleLabelList"/>
    <dgm:cxn modelId="{8382098E-DF8C-4EA3-AC35-B3645F43DBE2}" type="presParOf" srcId="{4A3843C0-8134-4195-B78E-774DFF31C339}" destId="{BCAC9DA1-EBFA-4369-87F2-653EDCBA60B7}" srcOrd="2" destOrd="0" presId="urn:microsoft.com/office/officeart/2018/5/layout/IconCircleLabelList"/>
    <dgm:cxn modelId="{DDD6255C-74F6-4B69-AF65-F90C1B0D2C11}" type="presParOf" srcId="{4A3843C0-8134-4195-B78E-774DFF31C339}" destId="{98821F9B-A9DB-4EF6-95A3-34DAC8A94EFF}" srcOrd="3" destOrd="0" presId="urn:microsoft.com/office/officeart/2018/5/layout/IconCircleLabelList"/>
    <dgm:cxn modelId="{148269FA-C330-4AEE-A57B-B8EE45D627CC}" type="presParOf" srcId="{8D6B5048-01B2-499E-BAD6-7205843A0DC6}" destId="{14D324A1-F3C3-4537-8499-96F5FEE62469}" srcOrd="1" destOrd="0" presId="urn:microsoft.com/office/officeart/2018/5/layout/IconCircleLabelList"/>
    <dgm:cxn modelId="{67F83D96-2F9A-460D-A69F-86056CE5E0A5}" type="presParOf" srcId="{8D6B5048-01B2-499E-BAD6-7205843A0DC6}" destId="{BBC3FACE-20D6-4F17-A02D-742B9B3444B8}" srcOrd="2" destOrd="0" presId="urn:microsoft.com/office/officeart/2018/5/layout/IconCircleLabelList"/>
    <dgm:cxn modelId="{1E7C748A-688B-487B-8D05-2678F5A09C0B}" type="presParOf" srcId="{BBC3FACE-20D6-4F17-A02D-742B9B3444B8}" destId="{A0588934-8D19-4A2F-95EC-58469C498A68}" srcOrd="0" destOrd="0" presId="urn:microsoft.com/office/officeart/2018/5/layout/IconCircleLabelList"/>
    <dgm:cxn modelId="{C6B238FA-BB61-4EA3-B9F9-30893B1406BF}" type="presParOf" srcId="{BBC3FACE-20D6-4F17-A02D-742B9B3444B8}" destId="{837E2C32-166C-43D9-8E49-AE587C43F6A7}" srcOrd="1" destOrd="0" presId="urn:microsoft.com/office/officeart/2018/5/layout/IconCircleLabelList"/>
    <dgm:cxn modelId="{536B21C8-96FB-4813-A9C2-E4211319EAEC}" type="presParOf" srcId="{BBC3FACE-20D6-4F17-A02D-742B9B3444B8}" destId="{9209F47C-382D-4DC1-847D-909E187D83DD}" srcOrd="2" destOrd="0" presId="urn:microsoft.com/office/officeart/2018/5/layout/IconCircleLabelList"/>
    <dgm:cxn modelId="{E6006CCE-E794-4466-AC7F-ED54E2CF4424}" type="presParOf" srcId="{BBC3FACE-20D6-4F17-A02D-742B9B3444B8}" destId="{99309A39-A3BF-460B-82B2-2CAB8CED5958}" srcOrd="3" destOrd="0" presId="urn:microsoft.com/office/officeart/2018/5/layout/IconCircleLabelList"/>
    <dgm:cxn modelId="{A61E1D11-EB9D-47C5-8DC6-BC0B46C9B8C4}" type="presParOf" srcId="{8D6B5048-01B2-499E-BAD6-7205843A0DC6}" destId="{73E03229-C5ED-49B4-ABCE-743957992604}" srcOrd="3" destOrd="0" presId="urn:microsoft.com/office/officeart/2018/5/layout/IconCircleLabelList"/>
    <dgm:cxn modelId="{D6A9D79E-75F4-4DB1-BB71-E81F8E5EF5FF}" type="presParOf" srcId="{8D6B5048-01B2-499E-BAD6-7205843A0DC6}" destId="{91C10EF7-3D93-4A7D-9E78-50B9F5E2FA22}" srcOrd="4" destOrd="0" presId="urn:microsoft.com/office/officeart/2018/5/layout/IconCircleLabelList"/>
    <dgm:cxn modelId="{4A3CEB85-2022-4A98-9BC6-9E27EBAD2740}" type="presParOf" srcId="{91C10EF7-3D93-4A7D-9E78-50B9F5E2FA22}" destId="{23674DEE-E5D0-4165-B2ED-BD768C1D3F79}" srcOrd="0" destOrd="0" presId="urn:microsoft.com/office/officeart/2018/5/layout/IconCircleLabelList"/>
    <dgm:cxn modelId="{FD7F767E-61F1-4B17-BFDF-82383E978AA2}" type="presParOf" srcId="{91C10EF7-3D93-4A7D-9E78-50B9F5E2FA22}" destId="{381E530C-30C3-4BA9-948F-3CA96E3B0F24}" srcOrd="1" destOrd="0" presId="urn:microsoft.com/office/officeart/2018/5/layout/IconCircleLabelList"/>
    <dgm:cxn modelId="{637C08CE-1FD3-48F9-A5FA-CE1C81B2BD5C}" type="presParOf" srcId="{91C10EF7-3D93-4A7D-9E78-50B9F5E2FA22}" destId="{D0F0D491-CC77-47C2-BA79-6B692B506AB6}" srcOrd="2" destOrd="0" presId="urn:microsoft.com/office/officeart/2018/5/layout/IconCircleLabelList"/>
    <dgm:cxn modelId="{E1AE2615-94E3-4B99-B994-C141640F058D}" type="presParOf" srcId="{91C10EF7-3D93-4A7D-9E78-50B9F5E2FA22}" destId="{FD1BFCB3-4FE3-4B8C-B1A5-C5B4B56D6725}" srcOrd="3" destOrd="0" presId="urn:microsoft.com/office/officeart/2018/5/layout/IconCircleLabelList"/>
    <dgm:cxn modelId="{40770533-4273-4959-8D5C-BAFAD028329C}" type="presParOf" srcId="{8D6B5048-01B2-499E-BAD6-7205843A0DC6}" destId="{A9CB0F51-9ED9-4A0D-AB82-6F80C1CCB228}" srcOrd="5" destOrd="0" presId="urn:microsoft.com/office/officeart/2018/5/layout/IconCircleLabelList"/>
    <dgm:cxn modelId="{8E0D6578-3C57-44DE-AB98-82BA3D0C8BF7}" type="presParOf" srcId="{8D6B5048-01B2-499E-BAD6-7205843A0DC6}" destId="{B31D5BEB-38CA-4E7D-A59E-D7E609788669}" srcOrd="6" destOrd="0" presId="urn:microsoft.com/office/officeart/2018/5/layout/IconCircleLabelList"/>
    <dgm:cxn modelId="{18BD6DA9-CCCA-4167-A876-F4E73F7134AC}" type="presParOf" srcId="{B31D5BEB-38CA-4E7D-A59E-D7E609788669}" destId="{86DC371F-014C-4DF1-8DA0-D0C1328EC229}" srcOrd="0" destOrd="0" presId="urn:microsoft.com/office/officeart/2018/5/layout/IconCircleLabelList"/>
    <dgm:cxn modelId="{D4AE84B9-E68D-4117-9254-EC6B47474EFB}" type="presParOf" srcId="{B31D5BEB-38CA-4E7D-A59E-D7E609788669}" destId="{D894D6A5-8F5B-4776-A6E0-F3DFC991E46B}" srcOrd="1" destOrd="0" presId="urn:microsoft.com/office/officeart/2018/5/layout/IconCircleLabelList"/>
    <dgm:cxn modelId="{6123F419-1BD4-4173-89E5-9FC388F19B8C}" type="presParOf" srcId="{B31D5BEB-38CA-4E7D-A59E-D7E609788669}" destId="{95FB7C88-C02D-41B9-800A-2191FB3C898F}" srcOrd="2" destOrd="0" presId="urn:microsoft.com/office/officeart/2018/5/layout/IconCircleLabelList"/>
    <dgm:cxn modelId="{E01290A1-1FD8-4CF3-9909-602645547D56}" type="presParOf" srcId="{B31D5BEB-38CA-4E7D-A59E-D7E609788669}" destId="{8E6CB7CC-1BB6-4DD7-96FE-15D72924A7D1}" srcOrd="3" destOrd="0" presId="urn:microsoft.com/office/officeart/2018/5/layout/IconCircleLabelList"/>
    <dgm:cxn modelId="{850DF22B-6BF5-4021-93B7-622C79A385F9}" type="presParOf" srcId="{8D6B5048-01B2-499E-BAD6-7205843A0DC6}" destId="{3EFDDDE5-69C8-4603-825C-CDD5F6E837F7}" srcOrd="7" destOrd="0" presId="urn:microsoft.com/office/officeart/2018/5/layout/IconCircleLabelList"/>
    <dgm:cxn modelId="{14B8B9AE-03E4-44B6-812B-3CCDED474ECE}" type="presParOf" srcId="{8D6B5048-01B2-499E-BAD6-7205843A0DC6}" destId="{49E5FE5D-0820-4662-A4AD-3955F760E70A}" srcOrd="8" destOrd="0" presId="urn:microsoft.com/office/officeart/2018/5/layout/IconCircleLabelList"/>
    <dgm:cxn modelId="{8D4973D8-EDC0-4A37-B167-E1D5A0E6E03A}" type="presParOf" srcId="{49E5FE5D-0820-4662-A4AD-3955F760E70A}" destId="{A4466CF7-A4AD-4FE2-9E3B-92F50A017918}" srcOrd="0" destOrd="0" presId="urn:microsoft.com/office/officeart/2018/5/layout/IconCircleLabelList"/>
    <dgm:cxn modelId="{4E3C79B4-1F57-417C-B360-A73E8DE3C555}" type="presParOf" srcId="{49E5FE5D-0820-4662-A4AD-3955F760E70A}" destId="{632B44C3-2499-4ED9-A606-0D9B3E7C735F}" srcOrd="1" destOrd="0" presId="urn:microsoft.com/office/officeart/2018/5/layout/IconCircleLabelList"/>
    <dgm:cxn modelId="{DD31A08C-A314-48AF-8233-9FBEBDD4D603}" type="presParOf" srcId="{49E5FE5D-0820-4662-A4AD-3955F760E70A}" destId="{9FACF81C-2CFE-4E9A-88E2-B8CA2DF06000}" srcOrd="2" destOrd="0" presId="urn:microsoft.com/office/officeart/2018/5/layout/IconCircleLabelList"/>
    <dgm:cxn modelId="{8B58744E-22B6-4EF0-BB8C-258B3CC2999E}" type="presParOf" srcId="{49E5FE5D-0820-4662-A4AD-3955F760E70A}" destId="{34641746-DDE9-4843-BF1B-08885495C18D}" srcOrd="3" destOrd="0" presId="urn:microsoft.com/office/officeart/2018/5/layout/IconCircleLabelList"/>
    <dgm:cxn modelId="{B57F8FD1-65B0-4E1B-A92B-92136800F4CD}" type="presParOf" srcId="{8D6B5048-01B2-499E-BAD6-7205843A0DC6}" destId="{DB5D759B-3A79-497C-93D6-1F203535155B}" srcOrd="9" destOrd="0" presId="urn:microsoft.com/office/officeart/2018/5/layout/IconCircleLabelList"/>
    <dgm:cxn modelId="{B2A0DBE1-EA52-40E6-B7C1-936AAD183399}" type="presParOf" srcId="{8D6B5048-01B2-499E-BAD6-7205843A0DC6}" destId="{28A08A6C-3867-4AB6-B518-3155ABE223BD}" srcOrd="10" destOrd="0" presId="urn:microsoft.com/office/officeart/2018/5/layout/IconCircleLabelList"/>
    <dgm:cxn modelId="{5658EAC7-1173-485D-AC74-E2B574147D8D}" type="presParOf" srcId="{28A08A6C-3867-4AB6-B518-3155ABE223BD}" destId="{EAACFA1E-3E79-4C65-B8D5-88AA1969B001}" srcOrd="0" destOrd="0" presId="urn:microsoft.com/office/officeart/2018/5/layout/IconCircleLabelList"/>
    <dgm:cxn modelId="{F0F97D85-F28A-47C6-865E-B48A99228684}" type="presParOf" srcId="{28A08A6C-3867-4AB6-B518-3155ABE223BD}" destId="{3E2A8C64-38B5-4DFE-B86D-F428A4DCC6EF}" srcOrd="1" destOrd="0" presId="urn:microsoft.com/office/officeart/2018/5/layout/IconCircleLabelList"/>
    <dgm:cxn modelId="{5EA68E95-F1CB-4BAA-8EE1-1ACE359C464F}" type="presParOf" srcId="{28A08A6C-3867-4AB6-B518-3155ABE223BD}" destId="{D71D4870-B977-4F70-8333-CCE26750C8BF}" srcOrd="2" destOrd="0" presId="urn:microsoft.com/office/officeart/2018/5/layout/IconCircleLabelList"/>
    <dgm:cxn modelId="{BFF94803-D0DE-48F1-A735-ABADBC5D634D}" type="presParOf" srcId="{28A08A6C-3867-4AB6-B518-3155ABE223BD}" destId="{28F195E6-9245-4C71-9105-810CC9F3C8E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E76EE6-FF84-4BFC-9BD7-3DAD0CFF0B0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F771DC-EEB8-400A-999D-F6B8B496438A}">
      <dgm:prSet/>
      <dgm:spPr/>
      <dgm:t>
        <a:bodyPr/>
        <a:lstStyle/>
        <a:p>
          <a:r>
            <a:rPr lang="en-US" b="0"/>
            <a:t>1. Requirement Analysis – identify HR, onboarding, task and employee-well-being needs.</a:t>
          </a:r>
          <a:endParaRPr lang="en-US"/>
        </a:p>
      </dgm:t>
    </dgm:pt>
    <dgm:pt modelId="{FA5F2387-9898-49C5-A910-5130605819AE}" type="parTrans" cxnId="{D696755E-FD47-40CE-9AC9-3979634F37BE}">
      <dgm:prSet/>
      <dgm:spPr/>
      <dgm:t>
        <a:bodyPr/>
        <a:lstStyle/>
        <a:p>
          <a:endParaRPr lang="en-US"/>
        </a:p>
      </dgm:t>
    </dgm:pt>
    <dgm:pt modelId="{A020525F-01E4-4A66-B2A9-D9ABC976B7AF}" type="sibTrans" cxnId="{D696755E-FD47-40CE-9AC9-3979634F37BE}">
      <dgm:prSet/>
      <dgm:spPr/>
      <dgm:t>
        <a:bodyPr/>
        <a:lstStyle/>
        <a:p>
          <a:endParaRPr lang="en-US"/>
        </a:p>
      </dgm:t>
    </dgm:pt>
    <dgm:pt modelId="{95F7232B-6ACF-43F4-9E95-DD785616ECB9}">
      <dgm:prSet/>
      <dgm:spPr/>
      <dgm:t>
        <a:bodyPr/>
        <a:lstStyle/>
        <a:p>
          <a:r>
            <a:rPr lang="en-US" b="0"/>
            <a:t>2. System Design – divide the application into employee, task, onboarding, mood and assistant modules.</a:t>
          </a:r>
          <a:endParaRPr lang="en-US"/>
        </a:p>
      </dgm:t>
    </dgm:pt>
    <dgm:pt modelId="{FADDCE5E-99C5-477C-B7E1-8971DCEF01F8}" type="parTrans" cxnId="{9A7232C7-87C6-42BA-85D6-D4D4BF1D3A53}">
      <dgm:prSet/>
      <dgm:spPr/>
      <dgm:t>
        <a:bodyPr/>
        <a:lstStyle/>
        <a:p>
          <a:endParaRPr lang="en-US"/>
        </a:p>
      </dgm:t>
    </dgm:pt>
    <dgm:pt modelId="{3D905540-483A-456F-AE4D-D5FB8A24E181}" type="sibTrans" cxnId="{9A7232C7-87C6-42BA-85D6-D4D4BF1D3A53}">
      <dgm:prSet/>
      <dgm:spPr/>
      <dgm:t>
        <a:bodyPr/>
        <a:lstStyle/>
        <a:p>
          <a:endParaRPr lang="en-US"/>
        </a:p>
      </dgm:t>
    </dgm:pt>
    <dgm:pt modelId="{B59D2EE8-683E-4C4D-AE28-E1A730D76DF3}">
      <dgm:prSet/>
      <dgm:spPr/>
      <dgm:t>
        <a:bodyPr/>
        <a:lstStyle/>
        <a:p>
          <a:r>
            <a:rPr lang="en-US" b="0"/>
            <a:t>3. Database Development – create relational models using Flask-SQLAlchemy with SQLite.</a:t>
          </a:r>
          <a:endParaRPr lang="en-US"/>
        </a:p>
      </dgm:t>
    </dgm:pt>
    <dgm:pt modelId="{B5160B0F-BC68-4F01-AD2B-EB2849F7F2F0}" type="parTrans" cxnId="{E06E9061-83D7-439F-BA55-8AA9F848FABA}">
      <dgm:prSet/>
      <dgm:spPr/>
      <dgm:t>
        <a:bodyPr/>
        <a:lstStyle/>
        <a:p>
          <a:endParaRPr lang="en-US"/>
        </a:p>
      </dgm:t>
    </dgm:pt>
    <dgm:pt modelId="{2A341645-6854-4240-9CF2-49D23767C0BC}" type="sibTrans" cxnId="{E06E9061-83D7-439F-BA55-8AA9F848FABA}">
      <dgm:prSet/>
      <dgm:spPr/>
      <dgm:t>
        <a:bodyPr/>
        <a:lstStyle/>
        <a:p>
          <a:endParaRPr lang="en-US"/>
        </a:p>
      </dgm:t>
    </dgm:pt>
    <dgm:pt modelId="{7DEE2922-B0B4-480A-BC81-7A36050DF3BF}">
      <dgm:prSet/>
      <dgm:spPr/>
      <dgm:t>
        <a:bodyPr/>
        <a:lstStyle/>
        <a:p>
          <a:r>
            <a:rPr lang="en-US" b="0"/>
            <a:t>4. Backend Development – implement Flask routes, data operations and business logic.</a:t>
          </a:r>
          <a:endParaRPr lang="en-US"/>
        </a:p>
      </dgm:t>
    </dgm:pt>
    <dgm:pt modelId="{93D9B864-236A-4A44-9B7F-0221146C9C58}" type="parTrans" cxnId="{CDC4D93C-A269-4C5C-A9D2-7E8EA8083B6D}">
      <dgm:prSet/>
      <dgm:spPr/>
      <dgm:t>
        <a:bodyPr/>
        <a:lstStyle/>
        <a:p>
          <a:endParaRPr lang="en-US"/>
        </a:p>
      </dgm:t>
    </dgm:pt>
    <dgm:pt modelId="{5F18F91B-7641-464D-B73D-17C8117A1C03}" type="sibTrans" cxnId="{CDC4D93C-A269-4C5C-A9D2-7E8EA8083B6D}">
      <dgm:prSet/>
      <dgm:spPr/>
      <dgm:t>
        <a:bodyPr/>
        <a:lstStyle/>
        <a:p>
          <a:endParaRPr lang="en-US"/>
        </a:p>
      </dgm:t>
    </dgm:pt>
    <dgm:pt modelId="{CC390764-30A9-4EFB-8C5D-88FF00B5D39D}">
      <dgm:prSet/>
      <dgm:spPr/>
      <dgm:t>
        <a:bodyPr/>
        <a:lstStyle/>
        <a:p>
          <a:r>
            <a:rPr lang="en-US" b="0"/>
            <a:t>5. Frontend Development – build the interactive React dashboard with Tailwind CSS.</a:t>
          </a:r>
          <a:endParaRPr lang="en-US"/>
        </a:p>
      </dgm:t>
    </dgm:pt>
    <dgm:pt modelId="{4BB33A60-6582-4572-B825-42705566558F}" type="parTrans" cxnId="{B9570FBD-DB5E-4247-9865-39426CD0533C}">
      <dgm:prSet/>
      <dgm:spPr/>
      <dgm:t>
        <a:bodyPr/>
        <a:lstStyle/>
        <a:p>
          <a:endParaRPr lang="en-US"/>
        </a:p>
      </dgm:t>
    </dgm:pt>
    <dgm:pt modelId="{745F8252-FD72-4A9D-A96D-8FDDA627ECB8}" type="sibTrans" cxnId="{B9570FBD-DB5E-4247-9865-39426CD0533C}">
      <dgm:prSet/>
      <dgm:spPr/>
      <dgm:t>
        <a:bodyPr/>
        <a:lstStyle/>
        <a:p>
          <a:endParaRPr lang="en-US"/>
        </a:p>
      </dgm:t>
    </dgm:pt>
    <dgm:pt modelId="{8E742551-C4E9-49C3-8A6A-C11004E54C60}">
      <dgm:prSet/>
      <dgm:spPr/>
      <dgm:t>
        <a:bodyPr/>
        <a:lstStyle/>
        <a:p>
          <a:r>
            <a:rPr lang="en-US" b="0"/>
            <a:t>6. Module Integration – connect UI actions to backend APIs and database operations.</a:t>
          </a:r>
          <a:endParaRPr lang="en-US"/>
        </a:p>
      </dgm:t>
    </dgm:pt>
    <dgm:pt modelId="{73844F34-3796-4D69-ACFF-BADE46739292}" type="parTrans" cxnId="{1D7F34F0-B865-4C1C-9D5D-9DDAABFC7608}">
      <dgm:prSet/>
      <dgm:spPr/>
      <dgm:t>
        <a:bodyPr/>
        <a:lstStyle/>
        <a:p>
          <a:endParaRPr lang="en-US"/>
        </a:p>
      </dgm:t>
    </dgm:pt>
    <dgm:pt modelId="{37F92EBD-43E2-4933-83BA-20CA86C02535}" type="sibTrans" cxnId="{1D7F34F0-B865-4C1C-9D5D-9DDAABFC7608}">
      <dgm:prSet/>
      <dgm:spPr/>
      <dgm:t>
        <a:bodyPr/>
        <a:lstStyle/>
        <a:p>
          <a:endParaRPr lang="en-US"/>
        </a:p>
      </dgm:t>
    </dgm:pt>
    <dgm:pt modelId="{298CA7CF-5E61-452C-A473-0CC27E032E47}">
      <dgm:prSet/>
      <dgm:spPr/>
      <dgm:t>
        <a:bodyPr/>
        <a:lstStyle/>
        <a:p>
          <a:r>
            <a:rPr lang="en-US" b="0"/>
            <a:t>7. Testing &amp; Validation – verify task, onboarding, mood and employee workflows.</a:t>
          </a:r>
          <a:endParaRPr lang="en-US"/>
        </a:p>
      </dgm:t>
    </dgm:pt>
    <dgm:pt modelId="{97594189-29B2-44FF-A29A-FCBB8CF6A4B1}" type="parTrans" cxnId="{69FE3390-3349-45DC-AC46-3A6C11ABD79F}">
      <dgm:prSet/>
      <dgm:spPr/>
      <dgm:t>
        <a:bodyPr/>
        <a:lstStyle/>
        <a:p>
          <a:endParaRPr lang="en-US"/>
        </a:p>
      </dgm:t>
    </dgm:pt>
    <dgm:pt modelId="{EBE1348A-6A24-43B5-A39C-6E77BEE9529B}" type="sibTrans" cxnId="{69FE3390-3349-45DC-AC46-3A6C11ABD79F}">
      <dgm:prSet/>
      <dgm:spPr/>
      <dgm:t>
        <a:bodyPr/>
        <a:lstStyle/>
        <a:p>
          <a:endParaRPr lang="en-US"/>
        </a:p>
      </dgm:t>
    </dgm:pt>
    <dgm:pt modelId="{23B3835B-6066-487F-A1AA-825EBFF030A7}">
      <dgm:prSet/>
      <dgm:spPr/>
      <dgm:t>
        <a:bodyPr/>
        <a:lstStyle/>
        <a:p>
          <a:r>
            <a:rPr lang="en-US" b="0"/>
            <a:t>8. Deployment/Execution – run the Flask application locally on port 5000.</a:t>
          </a:r>
          <a:endParaRPr lang="en-US"/>
        </a:p>
      </dgm:t>
    </dgm:pt>
    <dgm:pt modelId="{500BBBB6-D716-4F3D-AF6C-5E9843D41057}" type="parTrans" cxnId="{B29541E5-B4E4-444A-84CD-F11C9532B6AD}">
      <dgm:prSet/>
      <dgm:spPr/>
      <dgm:t>
        <a:bodyPr/>
        <a:lstStyle/>
        <a:p>
          <a:endParaRPr lang="en-US"/>
        </a:p>
      </dgm:t>
    </dgm:pt>
    <dgm:pt modelId="{E5EDBD1E-E31A-43FE-8DF6-CBC82E4228E4}" type="sibTrans" cxnId="{B29541E5-B4E4-444A-84CD-F11C9532B6AD}">
      <dgm:prSet/>
      <dgm:spPr/>
      <dgm:t>
        <a:bodyPr/>
        <a:lstStyle/>
        <a:p>
          <a:endParaRPr lang="en-US"/>
        </a:p>
      </dgm:t>
    </dgm:pt>
    <dgm:pt modelId="{E6CC0AA3-5467-46E1-BA98-9B6C6C6102AB}" type="pres">
      <dgm:prSet presAssocID="{52E76EE6-FF84-4BFC-9BD7-3DAD0CFF0B08}" presName="vert0" presStyleCnt="0">
        <dgm:presLayoutVars>
          <dgm:dir/>
          <dgm:animOne val="branch"/>
          <dgm:animLvl val="lvl"/>
        </dgm:presLayoutVars>
      </dgm:prSet>
      <dgm:spPr/>
    </dgm:pt>
    <dgm:pt modelId="{C3431471-BFFB-43BE-BFFE-A7AA4C5DDCF5}" type="pres">
      <dgm:prSet presAssocID="{79F771DC-EEB8-400A-999D-F6B8B496438A}" presName="thickLine" presStyleLbl="alignNode1" presStyleIdx="0" presStyleCnt="8"/>
      <dgm:spPr/>
    </dgm:pt>
    <dgm:pt modelId="{33F42F41-0D43-4AC0-B375-A04740D35956}" type="pres">
      <dgm:prSet presAssocID="{79F771DC-EEB8-400A-999D-F6B8B496438A}" presName="horz1" presStyleCnt="0"/>
      <dgm:spPr/>
    </dgm:pt>
    <dgm:pt modelId="{D2A410B7-EC1A-462A-8F70-D9130B9072CE}" type="pres">
      <dgm:prSet presAssocID="{79F771DC-EEB8-400A-999D-F6B8B496438A}" presName="tx1" presStyleLbl="revTx" presStyleIdx="0" presStyleCnt="8"/>
      <dgm:spPr/>
    </dgm:pt>
    <dgm:pt modelId="{5C5F813E-B234-4B74-91CF-BF2D6987CAE3}" type="pres">
      <dgm:prSet presAssocID="{79F771DC-EEB8-400A-999D-F6B8B496438A}" presName="vert1" presStyleCnt="0"/>
      <dgm:spPr/>
    </dgm:pt>
    <dgm:pt modelId="{3C7A3123-E875-42A7-9B27-ECE5C68B22D6}" type="pres">
      <dgm:prSet presAssocID="{95F7232B-6ACF-43F4-9E95-DD785616ECB9}" presName="thickLine" presStyleLbl="alignNode1" presStyleIdx="1" presStyleCnt="8"/>
      <dgm:spPr/>
    </dgm:pt>
    <dgm:pt modelId="{22A24D5D-E38F-4B19-8587-11B2CE9005FE}" type="pres">
      <dgm:prSet presAssocID="{95F7232B-6ACF-43F4-9E95-DD785616ECB9}" presName="horz1" presStyleCnt="0"/>
      <dgm:spPr/>
    </dgm:pt>
    <dgm:pt modelId="{D3D962C0-A75A-4257-9AE8-F4379DE8F251}" type="pres">
      <dgm:prSet presAssocID="{95F7232B-6ACF-43F4-9E95-DD785616ECB9}" presName="tx1" presStyleLbl="revTx" presStyleIdx="1" presStyleCnt="8"/>
      <dgm:spPr/>
    </dgm:pt>
    <dgm:pt modelId="{A93E626D-8958-4B7E-98D7-34F4078117D9}" type="pres">
      <dgm:prSet presAssocID="{95F7232B-6ACF-43F4-9E95-DD785616ECB9}" presName="vert1" presStyleCnt="0"/>
      <dgm:spPr/>
    </dgm:pt>
    <dgm:pt modelId="{141C0407-B9B5-48DE-9905-3084285B1A99}" type="pres">
      <dgm:prSet presAssocID="{B59D2EE8-683E-4C4D-AE28-E1A730D76DF3}" presName="thickLine" presStyleLbl="alignNode1" presStyleIdx="2" presStyleCnt="8"/>
      <dgm:spPr/>
    </dgm:pt>
    <dgm:pt modelId="{429D7463-3E1F-4DAF-98E4-5E01E7F41CE8}" type="pres">
      <dgm:prSet presAssocID="{B59D2EE8-683E-4C4D-AE28-E1A730D76DF3}" presName="horz1" presStyleCnt="0"/>
      <dgm:spPr/>
    </dgm:pt>
    <dgm:pt modelId="{1951C70D-D82A-4711-A192-FBF023FC89A4}" type="pres">
      <dgm:prSet presAssocID="{B59D2EE8-683E-4C4D-AE28-E1A730D76DF3}" presName="tx1" presStyleLbl="revTx" presStyleIdx="2" presStyleCnt="8"/>
      <dgm:spPr/>
    </dgm:pt>
    <dgm:pt modelId="{545526B8-B2C8-4E48-A1F5-56F908DBDAF3}" type="pres">
      <dgm:prSet presAssocID="{B59D2EE8-683E-4C4D-AE28-E1A730D76DF3}" presName="vert1" presStyleCnt="0"/>
      <dgm:spPr/>
    </dgm:pt>
    <dgm:pt modelId="{E46338AB-6B9C-4774-A1AA-FFAC0DF90CCA}" type="pres">
      <dgm:prSet presAssocID="{7DEE2922-B0B4-480A-BC81-7A36050DF3BF}" presName="thickLine" presStyleLbl="alignNode1" presStyleIdx="3" presStyleCnt="8"/>
      <dgm:spPr/>
    </dgm:pt>
    <dgm:pt modelId="{77290AEA-9869-4118-939A-5ACB28F49CDE}" type="pres">
      <dgm:prSet presAssocID="{7DEE2922-B0B4-480A-BC81-7A36050DF3BF}" presName="horz1" presStyleCnt="0"/>
      <dgm:spPr/>
    </dgm:pt>
    <dgm:pt modelId="{9D9AFFAD-2CF3-4CAB-A26B-A9B6663369F7}" type="pres">
      <dgm:prSet presAssocID="{7DEE2922-B0B4-480A-BC81-7A36050DF3BF}" presName="tx1" presStyleLbl="revTx" presStyleIdx="3" presStyleCnt="8"/>
      <dgm:spPr/>
    </dgm:pt>
    <dgm:pt modelId="{F9506966-5568-45A9-AC5C-624CCF465105}" type="pres">
      <dgm:prSet presAssocID="{7DEE2922-B0B4-480A-BC81-7A36050DF3BF}" presName="vert1" presStyleCnt="0"/>
      <dgm:spPr/>
    </dgm:pt>
    <dgm:pt modelId="{3907DE68-03EA-4884-9E48-362ED5308279}" type="pres">
      <dgm:prSet presAssocID="{CC390764-30A9-4EFB-8C5D-88FF00B5D39D}" presName="thickLine" presStyleLbl="alignNode1" presStyleIdx="4" presStyleCnt="8"/>
      <dgm:spPr/>
    </dgm:pt>
    <dgm:pt modelId="{3854D446-7480-45EB-87FA-1E472F8B0FB6}" type="pres">
      <dgm:prSet presAssocID="{CC390764-30A9-4EFB-8C5D-88FF00B5D39D}" presName="horz1" presStyleCnt="0"/>
      <dgm:spPr/>
    </dgm:pt>
    <dgm:pt modelId="{DF82DE6B-C376-444F-BBE3-43E51CA23BCF}" type="pres">
      <dgm:prSet presAssocID="{CC390764-30A9-4EFB-8C5D-88FF00B5D39D}" presName="tx1" presStyleLbl="revTx" presStyleIdx="4" presStyleCnt="8"/>
      <dgm:spPr/>
    </dgm:pt>
    <dgm:pt modelId="{3C9EE345-2086-4597-8225-99E3647C1452}" type="pres">
      <dgm:prSet presAssocID="{CC390764-30A9-4EFB-8C5D-88FF00B5D39D}" presName="vert1" presStyleCnt="0"/>
      <dgm:spPr/>
    </dgm:pt>
    <dgm:pt modelId="{BFD96088-A68D-4A3C-B3C2-3880E8F2A6AD}" type="pres">
      <dgm:prSet presAssocID="{8E742551-C4E9-49C3-8A6A-C11004E54C60}" presName="thickLine" presStyleLbl="alignNode1" presStyleIdx="5" presStyleCnt="8"/>
      <dgm:spPr/>
    </dgm:pt>
    <dgm:pt modelId="{30DFAEEE-F6F9-4577-B14C-A0E4F085F67F}" type="pres">
      <dgm:prSet presAssocID="{8E742551-C4E9-49C3-8A6A-C11004E54C60}" presName="horz1" presStyleCnt="0"/>
      <dgm:spPr/>
    </dgm:pt>
    <dgm:pt modelId="{F7B9C234-8D3D-42BE-827F-00707F09193D}" type="pres">
      <dgm:prSet presAssocID="{8E742551-C4E9-49C3-8A6A-C11004E54C60}" presName="tx1" presStyleLbl="revTx" presStyleIdx="5" presStyleCnt="8"/>
      <dgm:spPr/>
    </dgm:pt>
    <dgm:pt modelId="{57026A50-0EA0-4AE6-87FB-1A0C933B4DB3}" type="pres">
      <dgm:prSet presAssocID="{8E742551-C4E9-49C3-8A6A-C11004E54C60}" presName="vert1" presStyleCnt="0"/>
      <dgm:spPr/>
    </dgm:pt>
    <dgm:pt modelId="{ADB87D84-E704-4F0F-9DB6-FC11DA4C8FBB}" type="pres">
      <dgm:prSet presAssocID="{298CA7CF-5E61-452C-A473-0CC27E032E47}" presName="thickLine" presStyleLbl="alignNode1" presStyleIdx="6" presStyleCnt="8"/>
      <dgm:spPr/>
    </dgm:pt>
    <dgm:pt modelId="{8797A094-085C-4054-A7C0-715F038A01EC}" type="pres">
      <dgm:prSet presAssocID="{298CA7CF-5E61-452C-A473-0CC27E032E47}" presName="horz1" presStyleCnt="0"/>
      <dgm:spPr/>
    </dgm:pt>
    <dgm:pt modelId="{A20E85DA-D8C0-4CD1-A2BA-BE38CA965FE1}" type="pres">
      <dgm:prSet presAssocID="{298CA7CF-5E61-452C-A473-0CC27E032E47}" presName="tx1" presStyleLbl="revTx" presStyleIdx="6" presStyleCnt="8"/>
      <dgm:spPr/>
    </dgm:pt>
    <dgm:pt modelId="{5C043D66-845F-4FA0-8EF6-308547EAF7A4}" type="pres">
      <dgm:prSet presAssocID="{298CA7CF-5E61-452C-A473-0CC27E032E47}" presName="vert1" presStyleCnt="0"/>
      <dgm:spPr/>
    </dgm:pt>
    <dgm:pt modelId="{DC918F20-2C26-441D-AA2D-7A67EFB23CA4}" type="pres">
      <dgm:prSet presAssocID="{23B3835B-6066-487F-A1AA-825EBFF030A7}" presName="thickLine" presStyleLbl="alignNode1" presStyleIdx="7" presStyleCnt="8"/>
      <dgm:spPr/>
    </dgm:pt>
    <dgm:pt modelId="{03395B71-0D2D-4B2B-90C5-0F4444779737}" type="pres">
      <dgm:prSet presAssocID="{23B3835B-6066-487F-A1AA-825EBFF030A7}" presName="horz1" presStyleCnt="0"/>
      <dgm:spPr/>
    </dgm:pt>
    <dgm:pt modelId="{8C57E308-7E66-46E6-8D90-A4AA0A6FA899}" type="pres">
      <dgm:prSet presAssocID="{23B3835B-6066-487F-A1AA-825EBFF030A7}" presName="tx1" presStyleLbl="revTx" presStyleIdx="7" presStyleCnt="8"/>
      <dgm:spPr/>
    </dgm:pt>
    <dgm:pt modelId="{414108F5-19F4-4C35-9A82-F2C8CCAA72EB}" type="pres">
      <dgm:prSet presAssocID="{23B3835B-6066-487F-A1AA-825EBFF030A7}" presName="vert1" presStyleCnt="0"/>
      <dgm:spPr/>
    </dgm:pt>
  </dgm:ptLst>
  <dgm:cxnLst>
    <dgm:cxn modelId="{E857110A-94CD-407D-894E-93D8EBE35B39}" type="presOf" srcId="{B59D2EE8-683E-4C4D-AE28-E1A730D76DF3}" destId="{1951C70D-D82A-4711-A192-FBF023FC89A4}" srcOrd="0" destOrd="0" presId="urn:microsoft.com/office/officeart/2008/layout/LinedList"/>
    <dgm:cxn modelId="{6D3C4B19-3E98-476A-9399-60428ED63874}" type="presOf" srcId="{298CA7CF-5E61-452C-A473-0CC27E032E47}" destId="{A20E85DA-D8C0-4CD1-A2BA-BE38CA965FE1}" srcOrd="0" destOrd="0" presId="urn:microsoft.com/office/officeart/2008/layout/LinedList"/>
    <dgm:cxn modelId="{CDC4D93C-A269-4C5C-A9D2-7E8EA8083B6D}" srcId="{52E76EE6-FF84-4BFC-9BD7-3DAD0CFF0B08}" destId="{7DEE2922-B0B4-480A-BC81-7A36050DF3BF}" srcOrd="3" destOrd="0" parTransId="{93D9B864-236A-4A44-9B7F-0221146C9C58}" sibTransId="{5F18F91B-7641-464D-B73D-17C8117A1C03}"/>
    <dgm:cxn modelId="{D696755E-FD47-40CE-9AC9-3979634F37BE}" srcId="{52E76EE6-FF84-4BFC-9BD7-3DAD0CFF0B08}" destId="{79F771DC-EEB8-400A-999D-F6B8B496438A}" srcOrd="0" destOrd="0" parTransId="{FA5F2387-9898-49C5-A910-5130605819AE}" sibTransId="{A020525F-01E4-4A66-B2A9-D9ABC976B7AF}"/>
    <dgm:cxn modelId="{E06E9061-83D7-439F-BA55-8AA9F848FABA}" srcId="{52E76EE6-FF84-4BFC-9BD7-3DAD0CFF0B08}" destId="{B59D2EE8-683E-4C4D-AE28-E1A730D76DF3}" srcOrd="2" destOrd="0" parTransId="{B5160B0F-BC68-4F01-AD2B-EB2849F7F2F0}" sibTransId="{2A341645-6854-4240-9CF2-49D23767C0BC}"/>
    <dgm:cxn modelId="{7A3AAD62-5E75-4DC3-83D0-7E30B0706B41}" type="presOf" srcId="{8E742551-C4E9-49C3-8A6A-C11004E54C60}" destId="{F7B9C234-8D3D-42BE-827F-00707F09193D}" srcOrd="0" destOrd="0" presId="urn:microsoft.com/office/officeart/2008/layout/LinedList"/>
    <dgm:cxn modelId="{EAA0AE43-6777-4448-AAB0-FFE5D6E3E3C1}" type="presOf" srcId="{7DEE2922-B0B4-480A-BC81-7A36050DF3BF}" destId="{9D9AFFAD-2CF3-4CAB-A26B-A9B6663369F7}" srcOrd="0" destOrd="0" presId="urn:microsoft.com/office/officeart/2008/layout/LinedList"/>
    <dgm:cxn modelId="{7809EB56-304A-4516-9F38-62C324DB7C39}" type="presOf" srcId="{23B3835B-6066-487F-A1AA-825EBFF030A7}" destId="{8C57E308-7E66-46E6-8D90-A4AA0A6FA899}" srcOrd="0" destOrd="0" presId="urn:microsoft.com/office/officeart/2008/layout/LinedList"/>
    <dgm:cxn modelId="{69FE3390-3349-45DC-AC46-3A6C11ABD79F}" srcId="{52E76EE6-FF84-4BFC-9BD7-3DAD0CFF0B08}" destId="{298CA7CF-5E61-452C-A473-0CC27E032E47}" srcOrd="6" destOrd="0" parTransId="{97594189-29B2-44FF-A29A-FCBB8CF6A4B1}" sibTransId="{EBE1348A-6A24-43B5-A39C-6E77BEE9529B}"/>
    <dgm:cxn modelId="{0B3C8A9E-4AE0-4D3B-AAA2-F731EBA0E7A9}" type="presOf" srcId="{79F771DC-EEB8-400A-999D-F6B8B496438A}" destId="{D2A410B7-EC1A-462A-8F70-D9130B9072CE}" srcOrd="0" destOrd="0" presId="urn:microsoft.com/office/officeart/2008/layout/LinedList"/>
    <dgm:cxn modelId="{2C2DCEB5-942D-4E07-BD83-F5E575CE4F78}" type="presOf" srcId="{CC390764-30A9-4EFB-8C5D-88FF00B5D39D}" destId="{DF82DE6B-C376-444F-BBE3-43E51CA23BCF}" srcOrd="0" destOrd="0" presId="urn:microsoft.com/office/officeart/2008/layout/LinedList"/>
    <dgm:cxn modelId="{B9570FBD-DB5E-4247-9865-39426CD0533C}" srcId="{52E76EE6-FF84-4BFC-9BD7-3DAD0CFF0B08}" destId="{CC390764-30A9-4EFB-8C5D-88FF00B5D39D}" srcOrd="4" destOrd="0" parTransId="{4BB33A60-6582-4572-B825-42705566558F}" sibTransId="{745F8252-FD72-4A9D-A96D-8FDDA627ECB8}"/>
    <dgm:cxn modelId="{9A7232C7-87C6-42BA-85D6-D4D4BF1D3A53}" srcId="{52E76EE6-FF84-4BFC-9BD7-3DAD0CFF0B08}" destId="{95F7232B-6ACF-43F4-9E95-DD785616ECB9}" srcOrd="1" destOrd="0" parTransId="{FADDCE5E-99C5-477C-B7E1-8971DCEF01F8}" sibTransId="{3D905540-483A-456F-AE4D-D5FB8A24E181}"/>
    <dgm:cxn modelId="{4554D7D9-4D2A-4A1C-96F7-A198EFF72F9B}" type="presOf" srcId="{95F7232B-6ACF-43F4-9E95-DD785616ECB9}" destId="{D3D962C0-A75A-4257-9AE8-F4379DE8F251}" srcOrd="0" destOrd="0" presId="urn:microsoft.com/office/officeart/2008/layout/LinedList"/>
    <dgm:cxn modelId="{B29541E5-B4E4-444A-84CD-F11C9532B6AD}" srcId="{52E76EE6-FF84-4BFC-9BD7-3DAD0CFF0B08}" destId="{23B3835B-6066-487F-A1AA-825EBFF030A7}" srcOrd="7" destOrd="0" parTransId="{500BBBB6-D716-4F3D-AF6C-5E9843D41057}" sibTransId="{E5EDBD1E-E31A-43FE-8DF6-CBC82E4228E4}"/>
    <dgm:cxn modelId="{1D7F34F0-B865-4C1C-9D5D-9DDAABFC7608}" srcId="{52E76EE6-FF84-4BFC-9BD7-3DAD0CFF0B08}" destId="{8E742551-C4E9-49C3-8A6A-C11004E54C60}" srcOrd="5" destOrd="0" parTransId="{73844F34-3796-4D69-ACFF-BADE46739292}" sibTransId="{37F92EBD-43E2-4933-83BA-20CA86C02535}"/>
    <dgm:cxn modelId="{A15846F1-3E02-4D53-A595-5E2C9EA667D8}" type="presOf" srcId="{52E76EE6-FF84-4BFC-9BD7-3DAD0CFF0B08}" destId="{E6CC0AA3-5467-46E1-BA98-9B6C6C6102AB}" srcOrd="0" destOrd="0" presId="urn:microsoft.com/office/officeart/2008/layout/LinedList"/>
    <dgm:cxn modelId="{4EB6A077-3533-4BCF-8764-1D59622F85CF}" type="presParOf" srcId="{E6CC0AA3-5467-46E1-BA98-9B6C6C6102AB}" destId="{C3431471-BFFB-43BE-BFFE-A7AA4C5DDCF5}" srcOrd="0" destOrd="0" presId="urn:microsoft.com/office/officeart/2008/layout/LinedList"/>
    <dgm:cxn modelId="{2C1487FE-BB06-4D71-8598-39924C6C4B5C}" type="presParOf" srcId="{E6CC0AA3-5467-46E1-BA98-9B6C6C6102AB}" destId="{33F42F41-0D43-4AC0-B375-A04740D35956}" srcOrd="1" destOrd="0" presId="urn:microsoft.com/office/officeart/2008/layout/LinedList"/>
    <dgm:cxn modelId="{FF0023C1-DEB9-4325-A848-D5CA109BF03F}" type="presParOf" srcId="{33F42F41-0D43-4AC0-B375-A04740D35956}" destId="{D2A410B7-EC1A-462A-8F70-D9130B9072CE}" srcOrd="0" destOrd="0" presId="urn:microsoft.com/office/officeart/2008/layout/LinedList"/>
    <dgm:cxn modelId="{5836549C-ADAF-49CC-9309-A45FE2A5424D}" type="presParOf" srcId="{33F42F41-0D43-4AC0-B375-A04740D35956}" destId="{5C5F813E-B234-4B74-91CF-BF2D6987CAE3}" srcOrd="1" destOrd="0" presId="urn:microsoft.com/office/officeart/2008/layout/LinedList"/>
    <dgm:cxn modelId="{3C813B8B-99B8-4699-B958-196289FB29E2}" type="presParOf" srcId="{E6CC0AA3-5467-46E1-BA98-9B6C6C6102AB}" destId="{3C7A3123-E875-42A7-9B27-ECE5C68B22D6}" srcOrd="2" destOrd="0" presId="urn:microsoft.com/office/officeart/2008/layout/LinedList"/>
    <dgm:cxn modelId="{88706941-DC20-423D-89F0-12F2A29B33D0}" type="presParOf" srcId="{E6CC0AA3-5467-46E1-BA98-9B6C6C6102AB}" destId="{22A24D5D-E38F-4B19-8587-11B2CE9005FE}" srcOrd="3" destOrd="0" presId="urn:microsoft.com/office/officeart/2008/layout/LinedList"/>
    <dgm:cxn modelId="{24F0837B-099F-45A5-8A04-F60DC83637CB}" type="presParOf" srcId="{22A24D5D-E38F-4B19-8587-11B2CE9005FE}" destId="{D3D962C0-A75A-4257-9AE8-F4379DE8F251}" srcOrd="0" destOrd="0" presId="urn:microsoft.com/office/officeart/2008/layout/LinedList"/>
    <dgm:cxn modelId="{9683C6C9-3D1A-4B76-A50C-A943AA9AFB5D}" type="presParOf" srcId="{22A24D5D-E38F-4B19-8587-11B2CE9005FE}" destId="{A93E626D-8958-4B7E-98D7-34F4078117D9}" srcOrd="1" destOrd="0" presId="urn:microsoft.com/office/officeart/2008/layout/LinedList"/>
    <dgm:cxn modelId="{A82D0DF6-F472-4FA5-A822-CD494918ECE8}" type="presParOf" srcId="{E6CC0AA3-5467-46E1-BA98-9B6C6C6102AB}" destId="{141C0407-B9B5-48DE-9905-3084285B1A99}" srcOrd="4" destOrd="0" presId="urn:microsoft.com/office/officeart/2008/layout/LinedList"/>
    <dgm:cxn modelId="{1C7EF505-3EE2-48AC-A5B3-08AC5472670A}" type="presParOf" srcId="{E6CC0AA3-5467-46E1-BA98-9B6C6C6102AB}" destId="{429D7463-3E1F-4DAF-98E4-5E01E7F41CE8}" srcOrd="5" destOrd="0" presId="urn:microsoft.com/office/officeart/2008/layout/LinedList"/>
    <dgm:cxn modelId="{8AC611F4-C41B-47C1-87C1-598EFC980572}" type="presParOf" srcId="{429D7463-3E1F-4DAF-98E4-5E01E7F41CE8}" destId="{1951C70D-D82A-4711-A192-FBF023FC89A4}" srcOrd="0" destOrd="0" presId="urn:microsoft.com/office/officeart/2008/layout/LinedList"/>
    <dgm:cxn modelId="{E0A77A3D-36C1-4CA7-9CD4-3597C5E0811D}" type="presParOf" srcId="{429D7463-3E1F-4DAF-98E4-5E01E7F41CE8}" destId="{545526B8-B2C8-4E48-A1F5-56F908DBDAF3}" srcOrd="1" destOrd="0" presId="urn:microsoft.com/office/officeart/2008/layout/LinedList"/>
    <dgm:cxn modelId="{F0922788-9C87-4503-868C-ACA4F4963D8F}" type="presParOf" srcId="{E6CC0AA3-5467-46E1-BA98-9B6C6C6102AB}" destId="{E46338AB-6B9C-4774-A1AA-FFAC0DF90CCA}" srcOrd="6" destOrd="0" presId="urn:microsoft.com/office/officeart/2008/layout/LinedList"/>
    <dgm:cxn modelId="{E18DB8D8-A91C-4DCD-A9BC-0B1A9DCD0B98}" type="presParOf" srcId="{E6CC0AA3-5467-46E1-BA98-9B6C6C6102AB}" destId="{77290AEA-9869-4118-939A-5ACB28F49CDE}" srcOrd="7" destOrd="0" presId="urn:microsoft.com/office/officeart/2008/layout/LinedList"/>
    <dgm:cxn modelId="{8C99BC04-4CF4-4925-9C18-CE89547878BE}" type="presParOf" srcId="{77290AEA-9869-4118-939A-5ACB28F49CDE}" destId="{9D9AFFAD-2CF3-4CAB-A26B-A9B6663369F7}" srcOrd="0" destOrd="0" presId="urn:microsoft.com/office/officeart/2008/layout/LinedList"/>
    <dgm:cxn modelId="{1E282967-21E8-4FE3-B4D4-D95364030E45}" type="presParOf" srcId="{77290AEA-9869-4118-939A-5ACB28F49CDE}" destId="{F9506966-5568-45A9-AC5C-624CCF465105}" srcOrd="1" destOrd="0" presId="urn:microsoft.com/office/officeart/2008/layout/LinedList"/>
    <dgm:cxn modelId="{6944C06C-02E5-42C3-AF6C-B817892DFD5C}" type="presParOf" srcId="{E6CC0AA3-5467-46E1-BA98-9B6C6C6102AB}" destId="{3907DE68-03EA-4884-9E48-362ED5308279}" srcOrd="8" destOrd="0" presId="urn:microsoft.com/office/officeart/2008/layout/LinedList"/>
    <dgm:cxn modelId="{245A3D18-133E-4CD0-B0F4-7C71D1A892A3}" type="presParOf" srcId="{E6CC0AA3-5467-46E1-BA98-9B6C6C6102AB}" destId="{3854D446-7480-45EB-87FA-1E472F8B0FB6}" srcOrd="9" destOrd="0" presId="urn:microsoft.com/office/officeart/2008/layout/LinedList"/>
    <dgm:cxn modelId="{C2C9241A-D1F1-4657-9D72-48A868E6B9B7}" type="presParOf" srcId="{3854D446-7480-45EB-87FA-1E472F8B0FB6}" destId="{DF82DE6B-C376-444F-BBE3-43E51CA23BCF}" srcOrd="0" destOrd="0" presId="urn:microsoft.com/office/officeart/2008/layout/LinedList"/>
    <dgm:cxn modelId="{E71348E4-A586-4663-A4BE-C0E60820E9D0}" type="presParOf" srcId="{3854D446-7480-45EB-87FA-1E472F8B0FB6}" destId="{3C9EE345-2086-4597-8225-99E3647C1452}" srcOrd="1" destOrd="0" presId="urn:microsoft.com/office/officeart/2008/layout/LinedList"/>
    <dgm:cxn modelId="{597029EB-A5AD-42F0-A107-601739FB12CB}" type="presParOf" srcId="{E6CC0AA3-5467-46E1-BA98-9B6C6C6102AB}" destId="{BFD96088-A68D-4A3C-B3C2-3880E8F2A6AD}" srcOrd="10" destOrd="0" presId="urn:microsoft.com/office/officeart/2008/layout/LinedList"/>
    <dgm:cxn modelId="{8BF93207-0B58-4B0D-B31A-6612C17E7539}" type="presParOf" srcId="{E6CC0AA3-5467-46E1-BA98-9B6C6C6102AB}" destId="{30DFAEEE-F6F9-4577-B14C-A0E4F085F67F}" srcOrd="11" destOrd="0" presId="urn:microsoft.com/office/officeart/2008/layout/LinedList"/>
    <dgm:cxn modelId="{1E60FAB6-5908-400F-8414-85221CBB1086}" type="presParOf" srcId="{30DFAEEE-F6F9-4577-B14C-A0E4F085F67F}" destId="{F7B9C234-8D3D-42BE-827F-00707F09193D}" srcOrd="0" destOrd="0" presId="urn:microsoft.com/office/officeart/2008/layout/LinedList"/>
    <dgm:cxn modelId="{5C6C6D6F-AB00-4AFE-BD23-A09534D21574}" type="presParOf" srcId="{30DFAEEE-F6F9-4577-B14C-A0E4F085F67F}" destId="{57026A50-0EA0-4AE6-87FB-1A0C933B4DB3}" srcOrd="1" destOrd="0" presId="urn:microsoft.com/office/officeart/2008/layout/LinedList"/>
    <dgm:cxn modelId="{05D76629-5516-49F0-8586-56F089191433}" type="presParOf" srcId="{E6CC0AA3-5467-46E1-BA98-9B6C6C6102AB}" destId="{ADB87D84-E704-4F0F-9DB6-FC11DA4C8FBB}" srcOrd="12" destOrd="0" presId="urn:microsoft.com/office/officeart/2008/layout/LinedList"/>
    <dgm:cxn modelId="{9EA4E03C-17D2-4661-9476-B565495D2E6E}" type="presParOf" srcId="{E6CC0AA3-5467-46E1-BA98-9B6C6C6102AB}" destId="{8797A094-085C-4054-A7C0-715F038A01EC}" srcOrd="13" destOrd="0" presId="urn:microsoft.com/office/officeart/2008/layout/LinedList"/>
    <dgm:cxn modelId="{BC5204BD-B55E-4B2C-B808-006E09426D46}" type="presParOf" srcId="{8797A094-085C-4054-A7C0-715F038A01EC}" destId="{A20E85DA-D8C0-4CD1-A2BA-BE38CA965FE1}" srcOrd="0" destOrd="0" presId="urn:microsoft.com/office/officeart/2008/layout/LinedList"/>
    <dgm:cxn modelId="{4E0158D8-71D3-4AFA-A1CF-141F95337AA9}" type="presParOf" srcId="{8797A094-085C-4054-A7C0-715F038A01EC}" destId="{5C043D66-845F-4FA0-8EF6-308547EAF7A4}" srcOrd="1" destOrd="0" presId="urn:microsoft.com/office/officeart/2008/layout/LinedList"/>
    <dgm:cxn modelId="{65C90111-F63C-4BBC-AB34-120FCFB81C63}" type="presParOf" srcId="{E6CC0AA3-5467-46E1-BA98-9B6C6C6102AB}" destId="{DC918F20-2C26-441D-AA2D-7A67EFB23CA4}" srcOrd="14" destOrd="0" presId="urn:microsoft.com/office/officeart/2008/layout/LinedList"/>
    <dgm:cxn modelId="{BDBD4892-7A86-4C06-8AB9-1FD6CB1A8015}" type="presParOf" srcId="{E6CC0AA3-5467-46E1-BA98-9B6C6C6102AB}" destId="{03395B71-0D2D-4B2B-90C5-0F4444779737}" srcOrd="15" destOrd="0" presId="urn:microsoft.com/office/officeart/2008/layout/LinedList"/>
    <dgm:cxn modelId="{D4642E2B-D2C1-4051-A9EB-1CD711E666D6}" type="presParOf" srcId="{03395B71-0D2D-4B2B-90C5-0F4444779737}" destId="{8C57E308-7E66-46E6-8D90-A4AA0A6FA899}" srcOrd="0" destOrd="0" presId="urn:microsoft.com/office/officeart/2008/layout/LinedList"/>
    <dgm:cxn modelId="{F3700A71-8E78-45A4-BD6C-EC2EDE2D20CB}" type="presParOf" srcId="{03395B71-0D2D-4B2B-90C5-0F4444779737}" destId="{414108F5-19F4-4C35-9A82-F2C8CCAA72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D215A4-DAB9-4400-8000-7529F887B5F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778511-B7D0-442A-84C2-F2E4CEA73D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Centralized dashboard for employee and HR operations.</a:t>
          </a:r>
          <a:endParaRPr lang="en-US"/>
        </a:p>
      </dgm:t>
    </dgm:pt>
    <dgm:pt modelId="{8C350D44-2FF4-467B-9C65-2CBD68837D6E}" type="parTrans" cxnId="{F904BC56-F927-49A4-910A-C0DF0679D05F}">
      <dgm:prSet/>
      <dgm:spPr/>
      <dgm:t>
        <a:bodyPr/>
        <a:lstStyle/>
        <a:p>
          <a:endParaRPr lang="en-US"/>
        </a:p>
      </dgm:t>
    </dgm:pt>
    <dgm:pt modelId="{8ADE3E76-7A32-454A-85E8-5884BE78CAE1}" type="sibTrans" cxnId="{F904BC56-F927-49A4-910A-C0DF0679D0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86D164-45AC-4D91-A110-3C8CD0E0C9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Clear visibility into employee workload and assigned tasks.</a:t>
          </a:r>
          <a:endParaRPr lang="en-US"/>
        </a:p>
      </dgm:t>
    </dgm:pt>
    <dgm:pt modelId="{57D2FA1B-2598-4BA9-BED9-6039DA3DECC3}" type="parTrans" cxnId="{248DEC0D-EBAC-4692-BFBD-2492DE86D434}">
      <dgm:prSet/>
      <dgm:spPr/>
      <dgm:t>
        <a:bodyPr/>
        <a:lstStyle/>
        <a:p>
          <a:endParaRPr lang="en-US"/>
        </a:p>
      </dgm:t>
    </dgm:pt>
    <dgm:pt modelId="{805E9773-78CC-49AA-B4C2-90ABBAD20E0F}" type="sibTrans" cxnId="{248DEC0D-EBAC-4692-BFBD-2492DE86D43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911C3D-4CB3-4C0E-A9C8-E71D7B497E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Trackable onboarding progress for each employee.</a:t>
          </a:r>
          <a:endParaRPr lang="en-US"/>
        </a:p>
      </dgm:t>
    </dgm:pt>
    <dgm:pt modelId="{AA18CA1B-1CDB-45F6-ABB0-FAED0066527E}" type="parTrans" cxnId="{E0093C71-9DE9-461B-881C-1CF554008BDD}">
      <dgm:prSet/>
      <dgm:spPr/>
      <dgm:t>
        <a:bodyPr/>
        <a:lstStyle/>
        <a:p>
          <a:endParaRPr lang="en-US"/>
        </a:p>
      </dgm:t>
    </dgm:pt>
    <dgm:pt modelId="{3F934991-F50D-4C9B-9BA9-D54ABA58DCEA}" type="sibTrans" cxnId="{E0093C71-9DE9-461B-881C-1CF554008B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7453F1B-4854-4B8F-99F0-44941F06C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Employee mood information available through structured surveys.</a:t>
          </a:r>
          <a:endParaRPr lang="en-US"/>
        </a:p>
      </dgm:t>
    </dgm:pt>
    <dgm:pt modelId="{C9F476E3-2F5F-4C50-A931-25CEC86BBECB}" type="parTrans" cxnId="{203DAEB4-1B2F-42B0-B506-1FD25B32AD68}">
      <dgm:prSet/>
      <dgm:spPr/>
      <dgm:t>
        <a:bodyPr/>
        <a:lstStyle/>
        <a:p>
          <a:endParaRPr lang="en-US"/>
        </a:p>
      </dgm:t>
    </dgm:pt>
    <dgm:pt modelId="{ADE27E7A-7D66-430C-9EE3-4CAD36FF0C75}" type="sibTrans" cxnId="{203DAEB4-1B2F-42B0-B506-1FD25B32AD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156E33-5CFE-4049-BEF7-B7C11E96D4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Task recommendations based on employee/project information.</a:t>
          </a:r>
          <a:endParaRPr lang="en-US"/>
        </a:p>
      </dgm:t>
    </dgm:pt>
    <dgm:pt modelId="{1A453A65-7180-4E83-97AA-7708B8FD9108}" type="parTrans" cxnId="{EB7F8831-78F4-458C-BAF8-469E6A1B1153}">
      <dgm:prSet/>
      <dgm:spPr/>
      <dgm:t>
        <a:bodyPr/>
        <a:lstStyle/>
        <a:p>
          <a:endParaRPr lang="en-US"/>
        </a:p>
      </dgm:t>
    </dgm:pt>
    <dgm:pt modelId="{7306AE93-6314-4F0C-9C7C-9088DAB00A74}" type="sibTrans" cxnId="{EB7F8831-78F4-458C-BAF8-469E6A1B11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965D32-458A-4E34-8557-622B7FD67C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Chatbot provides quick access to frequently requested HR/project information.</a:t>
          </a:r>
          <a:endParaRPr lang="en-US"/>
        </a:p>
      </dgm:t>
    </dgm:pt>
    <dgm:pt modelId="{65B2FB04-C9AE-4F02-8099-198EF7382866}" type="parTrans" cxnId="{FF37C261-274B-4E09-922E-F14853C72DCE}">
      <dgm:prSet/>
      <dgm:spPr/>
      <dgm:t>
        <a:bodyPr/>
        <a:lstStyle/>
        <a:p>
          <a:endParaRPr lang="en-US"/>
        </a:p>
      </dgm:t>
    </dgm:pt>
    <dgm:pt modelId="{D3EC1054-61A1-4276-BB8B-F76EF00A6B42}" type="sibTrans" cxnId="{FF37C261-274B-4E09-922E-F14853C72DCE}">
      <dgm:prSet/>
      <dgm:spPr/>
      <dgm:t>
        <a:bodyPr/>
        <a:lstStyle/>
        <a:p>
          <a:endParaRPr lang="en-US"/>
        </a:p>
      </dgm:t>
    </dgm:pt>
    <dgm:pt modelId="{B8F7E411-A4E5-4232-BE9A-0575507363F7}" type="pres">
      <dgm:prSet presAssocID="{02D215A4-DAB9-4400-8000-7529F887B5F5}" presName="root" presStyleCnt="0">
        <dgm:presLayoutVars>
          <dgm:dir/>
          <dgm:resizeHandles val="exact"/>
        </dgm:presLayoutVars>
      </dgm:prSet>
      <dgm:spPr/>
    </dgm:pt>
    <dgm:pt modelId="{BA9E46E4-A11B-40A1-8EB3-C19326BCC1EF}" type="pres">
      <dgm:prSet presAssocID="{02D215A4-DAB9-4400-8000-7529F887B5F5}" presName="container" presStyleCnt="0">
        <dgm:presLayoutVars>
          <dgm:dir/>
          <dgm:resizeHandles val="exact"/>
        </dgm:presLayoutVars>
      </dgm:prSet>
      <dgm:spPr/>
    </dgm:pt>
    <dgm:pt modelId="{EC5096C5-1098-4D4D-B340-69BCC676881A}" type="pres">
      <dgm:prSet presAssocID="{62778511-B7D0-442A-84C2-F2E4CEA73DD1}" presName="compNode" presStyleCnt="0"/>
      <dgm:spPr/>
    </dgm:pt>
    <dgm:pt modelId="{85219B78-1125-45FD-9C4D-53F3B5600D92}" type="pres">
      <dgm:prSet presAssocID="{62778511-B7D0-442A-84C2-F2E4CEA73DD1}" presName="iconBgRect" presStyleLbl="bgShp" presStyleIdx="0" presStyleCnt="6"/>
      <dgm:spPr/>
    </dgm:pt>
    <dgm:pt modelId="{4020910C-A837-4652-868C-88C45F711A0E}" type="pres">
      <dgm:prSet presAssocID="{62778511-B7D0-442A-84C2-F2E4CEA73DD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68D21F2-9795-4C5E-A895-032FFF6C6A64}" type="pres">
      <dgm:prSet presAssocID="{62778511-B7D0-442A-84C2-F2E4CEA73DD1}" presName="spaceRect" presStyleCnt="0"/>
      <dgm:spPr/>
    </dgm:pt>
    <dgm:pt modelId="{5E58F42C-5A82-4342-B14B-EB4D6A7541CA}" type="pres">
      <dgm:prSet presAssocID="{62778511-B7D0-442A-84C2-F2E4CEA73DD1}" presName="textRect" presStyleLbl="revTx" presStyleIdx="0" presStyleCnt="6">
        <dgm:presLayoutVars>
          <dgm:chMax val="1"/>
          <dgm:chPref val="1"/>
        </dgm:presLayoutVars>
      </dgm:prSet>
      <dgm:spPr/>
    </dgm:pt>
    <dgm:pt modelId="{E38AE895-4842-462D-8EC3-2223C95A82C5}" type="pres">
      <dgm:prSet presAssocID="{8ADE3E76-7A32-454A-85E8-5884BE78CAE1}" presName="sibTrans" presStyleLbl="sibTrans2D1" presStyleIdx="0" presStyleCnt="0"/>
      <dgm:spPr/>
    </dgm:pt>
    <dgm:pt modelId="{5A3DB9E2-BEF3-4198-A3B4-FB09A14437B6}" type="pres">
      <dgm:prSet presAssocID="{7386D164-45AC-4D91-A110-3C8CD0E0C976}" presName="compNode" presStyleCnt="0"/>
      <dgm:spPr/>
    </dgm:pt>
    <dgm:pt modelId="{9B44BA8E-3972-4F29-9DEF-9283070FB2C8}" type="pres">
      <dgm:prSet presAssocID="{7386D164-45AC-4D91-A110-3C8CD0E0C976}" presName="iconBgRect" presStyleLbl="bgShp" presStyleIdx="1" presStyleCnt="6"/>
      <dgm:spPr/>
    </dgm:pt>
    <dgm:pt modelId="{ABF2CB6D-0FF3-494E-824D-79A957EA28A9}" type="pres">
      <dgm:prSet presAssocID="{7386D164-45AC-4D91-A110-3C8CD0E0C97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AC1DE84-209C-4951-A1B9-1FD15A430134}" type="pres">
      <dgm:prSet presAssocID="{7386D164-45AC-4D91-A110-3C8CD0E0C976}" presName="spaceRect" presStyleCnt="0"/>
      <dgm:spPr/>
    </dgm:pt>
    <dgm:pt modelId="{9BEC5AB3-371E-4C67-B668-E6D5D7607B69}" type="pres">
      <dgm:prSet presAssocID="{7386D164-45AC-4D91-A110-3C8CD0E0C976}" presName="textRect" presStyleLbl="revTx" presStyleIdx="1" presStyleCnt="6">
        <dgm:presLayoutVars>
          <dgm:chMax val="1"/>
          <dgm:chPref val="1"/>
        </dgm:presLayoutVars>
      </dgm:prSet>
      <dgm:spPr/>
    </dgm:pt>
    <dgm:pt modelId="{BCA8CF03-2E7B-4A70-834A-2EE46103056A}" type="pres">
      <dgm:prSet presAssocID="{805E9773-78CC-49AA-B4C2-90ABBAD20E0F}" presName="sibTrans" presStyleLbl="sibTrans2D1" presStyleIdx="0" presStyleCnt="0"/>
      <dgm:spPr/>
    </dgm:pt>
    <dgm:pt modelId="{5001C8C0-414D-40C4-89BC-C2EF98B636AF}" type="pres">
      <dgm:prSet presAssocID="{A1911C3D-4CB3-4C0E-A9C8-E71D7B497EAA}" presName="compNode" presStyleCnt="0"/>
      <dgm:spPr/>
    </dgm:pt>
    <dgm:pt modelId="{D7EB1643-0AD5-4BC0-88E6-754DBEFD89E8}" type="pres">
      <dgm:prSet presAssocID="{A1911C3D-4CB3-4C0E-A9C8-E71D7B497EAA}" presName="iconBgRect" presStyleLbl="bgShp" presStyleIdx="2" presStyleCnt="6"/>
      <dgm:spPr/>
    </dgm:pt>
    <dgm:pt modelId="{C783CB01-12B8-4CEA-8A23-03A0A9C8D3A0}" type="pres">
      <dgm:prSet presAssocID="{A1911C3D-4CB3-4C0E-A9C8-E71D7B497EA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ce"/>
        </a:ext>
      </dgm:extLst>
    </dgm:pt>
    <dgm:pt modelId="{A09A5373-DDD0-4764-B82D-1F4676A5C772}" type="pres">
      <dgm:prSet presAssocID="{A1911C3D-4CB3-4C0E-A9C8-E71D7B497EAA}" presName="spaceRect" presStyleCnt="0"/>
      <dgm:spPr/>
    </dgm:pt>
    <dgm:pt modelId="{55F97ABD-A001-4F83-9986-DF7682C0557F}" type="pres">
      <dgm:prSet presAssocID="{A1911C3D-4CB3-4C0E-A9C8-E71D7B497EAA}" presName="textRect" presStyleLbl="revTx" presStyleIdx="2" presStyleCnt="6">
        <dgm:presLayoutVars>
          <dgm:chMax val="1"/>
          <dgm:chPref val="1"/>
        </dgm:presLayoutVars>
      </dgm:prSet>
      <dgm:spPr/>
    </dgm:pt>
    <dgm:pt modelId="{1FD557FA-609F-4EA9-B924-49E335D7B1C3}" type="pres">
      <dgm:prSet presAssocID="{3F934991-F50D-4C9B-9BA9-D54ABA58DCEA}" presName="sibTrans" presStyleLbl="sibTrans2D1" presStyleIdx="0" presStyleCnt="0"/>
      <dgm:spPr/>
    </dgm:pt>
    <dgm:pt modelId="{800E71A6-56A3-49A2-B201-7BEDE973468A}" type="pres">
      <dgm:prSet presAssocID="{97453F1B-4854-4B8F-99F0-44941F06C074}" presName="compNode" presStyleCnt="0"/>
      <dgm:spPr/>
    </dgm:pt>
    <dgm:pt modelId="{280ED88C-025F-4604-850C-14657DA54BE5}" type="pres">
      <dgm:prSet presAssocID="{97453F1B-4854-4B8F-99F0-44941F06C074}" presName="iconBgRect" presStyleLbl="bgShp" presStyleIdx="3" presStyleCnt="6"/>
      <dgm:spPr/>
    </dgm:pt>
    <dgm:pt modelId="{69B36EB4-396A-40EB-8AFA-4780043E71C1}" type="pres">
      <dgm:prSet presAssocID="{97453F1B-4854-4B8F-99F0-44941F06C07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1CB00C3-F2F9-43D4-9F54-F0239D3B8ECE}" type="pres">
      <dgm:prSet presAssocID="{97453F1B-4854-4B8F-99F0-44941F06C074}" presName="spaceRect" presStyleCnt="0"/>
      <dgm:spPr/>
    </dgm:pt>
    <dgm:pt modelId="{F05C8DE9-2C9C-4C3F-A4D8-5C28874513F8}" type="pres">
      <dgm:prSet presAssocID="{97453F1B-4854-4B8F-99F0-44941F06C074}" presName="textRect" presStyleLbl="revTx" presStyleIdx="3" presStyleCnt="6">
        <dgm:presLayoutVars>
          <dgm:chMax val="1"/>
          <dgm:chPref val="1"/>
        </dgm:presLayoutVars>
      </dgm:prSet>
      <dgm:spPr/>
    </dgm:pt>
    <dgm:pt modelId="{2844940D-BF7B-4596-87A8-F4412471B113}" type="pres">
      <dgm:prSet presAssocID="{ADE27E7A-7D66-430C-9EE3-4CAD36FF0C75}" presName="sibTrans" presStyleLbl="sibTrans2D1" presStyleIdx="0" presStyleCnt="0"/>
      <dgm:spPr/>
    </dgm:pt>
    <dgm:pt modelId="{75296B73-85E8-41F9-BE33-90758078A1E8}" type="pres">
      <dgm:prSet presAssocID="{F9156E33-5CFE-4049-BEF7-B7C11E96D491}" presName="compNode" presStyleCnt="0"/>
      <dgm:spPr/>
    </dgm:pt>
    <dgm:pt modelId="{2724C7D2-8732-4EF8-9D5B-63384DC6D2C7}" type="pres">
      <dgm:prSet presAssocID="{F9156E33-5CFE-4049-BEF7-B7C11E96D491}" presName="iconBgRect" presStyleLbl="bgShp" presStyleIdx="4" presStyleCnt="6"/>
      <dgm:spPr/>
    </dgm:pt>
    <dgm:pt modelId="{77574FC6-6CDA-485F-9A57-66C69D7FC4AF}" type="pres">
      <dgm:prSet presAssocID="{F9156E33-5CFE-4049-BEF7-B7C11E96D49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261AB2C9-77CA-465E-B1F3-6F3A32ED3484}" type="pres">
      <dgm:prSet presAssocID="{F9156E33-5CFE-4049-BEF7-B7C11E96D491}" presName="spaceRect" presStyleCnt="0"/>
      <dgm:spPr/>
    </dgm:pt>
    <dgm:pt modelId="{AE9C7889-F0F4-4B49-BD2B-3CFA59989624}" type="pres">
      <dgm:prSet presAssocID="{F9156E33-5CFE-4049-BEF7-B7C11E96D491}" presName="textRect" presStyleLbl="revTx" presStyleIdx="4" presStyleCnt="6">
        <dgm:presLayoutVars>
          <dgm:chMax val="1"/>
          <dgm:chPref val="1"/>
        </dgm:presLayoutVars>
      </dgm:prSet>
      <dgm:spPr/>
    </dgm:pt>
    <dgm:pt modelId="{48C06CAC-2B59-44E4-9387-92BD36FF2C4B}" type="pres">
      <dgm:prSet presAssocID="{7306AE93-6314-4F0C-9C7C-9088DAB00A74}" presName="sibTrans" presStyleLbl="sibTrans2D1" presStyleIdx="0" presStyleCnt="0"/>
      <dgm:spPr/>
    </dgm:pt>
    <dgm:pt modelId="{E10F6FB2-B827-47AE-B995-CD3E77B7CA40}" type="pres">
      <dgm:prSet presAssocID="{F7965D32-458A-4E34-8557-622B7FD67C77}" presName="compNode" presStyleCnt="0"/>
      <dgm:spPr/>
    </dgm:pt>
    <dgm:pt modelId="{97BB8571-CE22-4A08-B3A4-0AA1927A6196}" type="pres">
      <dgm:prSet presAssocID="{F7965D32-458A-4E34-8557-622B7FD67C77}" presName="iconBgRect" presStyleLbl="bgShp" presStyleIdx="5" presStyleCnt="6"/>
      <dgm:spPr/>
    </dgm:pt>
    <dgm:pt modelId="{7984F36C-AC0B-4AFB-9C04-66E954F36290}" type="pres">
      <dgm:prSet presAssocID="{F7965D32-458A-4E34-8557-622B7FD67C7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909992D8-99EE-45D1-A81D-D6345D4691BD}" type="pres">
      <dgm:prSet presAssocID="{F7965D32-458A-4E34-8557-622B7FD67C77}" presName="spaceRect" presStyleCnt="0"/>
      <dgm:spPr/>
    </dgm:pt>
    <dgm:pt modelId="{04487332-4647-4FB4-BF74-D7188B54EFD2}" type="pres">
      <dgm:prSet presAssocID="{F7965D32-458A-4E34-8557-622B7FD67C7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DCD9A09-DA96-43B6-9905-6773496A5682}" type="presOf" srcId="{805E9773-78CC-49AA-B4C2-90ABBAD20E0F}" destId="{BCA8CF03-2E7B-4A70-834A-2EE46103056A}" srcOrd="0" destOrd="0" presId="urn:microsoft.com/office/officeart/2018/2/layout/IconCircleList"/>
    <dgm:cxn modelId="{248DEC0D-EBAC-4692-BFBD-2492DE86D434}" srcId="{02D215A4-DAB9-4400-8000-7529F887B5F5}" destId="{7386D164-45AC-4D91-A110-3C8CD0E0C976}" srcOrd="1" destOrd="0" parTransId="{57D2FA1B-2598-4BA9-BED9-6039DA3DECC3}" sibTransId="{805E9773-78CC-49AA-B4C2-90ABBAD20E0F}"/>
    <dgm:cxn modelId="{150F1618-1635-497A-B0AD-D7F63D6A7DD9}" type="presOf" srcId="{ADE27E7A-7D66-430C-9EE3-4CAD36FF0C75}" destId="{2844940D-BF7B-4596-87A8-F4412471B113}" srcOrd="0" destOrd="0" presId="urn:microsoft.com/office/officeart/2018/2/layout/IconCircleList"/>
    <dgm:cxn modelId="{7E10B31A-8C1F-433D-B90E-1744348FCF6E}" type="presOf" srcId="{F9156E33-5CFE-4049-BEF7-B7C11E96D491}" destId="{AE9C7889-F0F4-4B49-BD2B-3CFA59989624}" srcOrd="0" destOrd="0" presId="urn:microsoft.com/office/officeart/2018/2/layout/IconCircleList"/>
    <dgm:cxn modelId="{EB7F8831-78F4-458C-BAF8-469E6A1B1153}" srcId="{02D215A4-DAB9-4400-8000-7529F887B5F5}" destId="{F9156E33-5CFE-4049-BEF7-B7C11E96D491}" srcOrd="4" destOrd="0" parTransId="{1A453A65-7180-4E83-97AA-7708B8FD9108}" sibTransId="{7306AE93-6314-4F0C-9C7C-9088DAB00A74}"/>
    <dgm:cxn modelId="{B77E7036-7D0C-42A9-B039-44EFD5D498FE}" type="presOf" srcId="{F7965D32-458A-4E34-8557-622B7FD67C77}" destId="{04487332-4647-4FB4-BF74-D7188B54EFD2}" srcOrd="0" destOrd="0" presId="urn:microsoft.com/office/officeart/2018/2/layout/IconCircleList"/>
    <dgm:cxn modelId="{FF37C261-274B-4E09-922E-F14853C72DCE}" srcId="{02D215A4-DAB9-4400-8000-7529F887B5F5}" destId="{F7965D32-458A-4E34-8557-622B7FD67C77}" srcOrd="5" destOrd="0" parTransId="{65B2FB04-C9AE-4F02-8099-198EF7382866}" sibTransId="{D3EC1054-61A1-4276-BB8B-F76EF00A6B42}"/>
    <dgm:cxn modelId="{20A2BB62-8444-47F8-81C4-B618C8E88D8C}" type="presOf" srcId="{7306AE93-6314-4F0C-9C7C-9088DAB00A74}" destId="{48C06CAC-2B59-44E4-9387-92BD36FF2C4B}" srcOrd="0" destOrd="0" presId="urn:microsoft.com/office/officeart/2018/2/layout/IconCircleList"/>
    <dgm:cxn modelId="{0845366A-67FD-4A79-BA25-8464BDC4496B}" type="presOf" srcId="{8ADE3E76-7A32-454A-85E8-5884BE78CAE1}" destId="{E38AE895-4842-462D-8EC3-2223C95A82C5}" srcOrd="0" destOrd="0" presId="urn:microsoft.com/office/officeart/2018/2/layout/IconCircleList"/>
    <dgm:cxn modelId="{E0093C71-9DE9-461B-881C-1CF554008BDD}" srcId="{02D215A4-DAB9-4400-8000-7529F887B5F5}" destId="{A1911C3D-4CB3-4C0E-A9C8-E71D7B497EAA}" srcOrd="2" destOrd="0" parTransId="{AA18CA1B-1CDB-45F6-ABB0-FAED0066527E}" sibTransId="{3F934991-F50D-4C9B-9BA9-D54ABA58DCEA}"/>
    <dgm:cxn modelId="{F904BC56-F927-49A4-910A-C0DF0679D05F}" srcId="{02D215A4-DAB9-4400-8000-7529F887B5F5}" destId="{62778511-B7D0-442A-84C2-F2E4CEA73DD1}" srcOrd="0" destOrd="0" parTransId="{8C350D44-2FF4-467B-9C65-2CBD68837D6E}" sibTransId="{8ADE3E76-7A32-454A-85E8-5884BE78CAE1}"/>
    <dgm:cxn modelId="{F79B5385-5762-4A0D-8DE1-9A93FAA56F12}" type="presOf" srcId="{A1911C3D-4CB3-4C0E-A9C8-E71D7B497EAA}" destId="{55F97ABD-A001-4F83-9986-DF7682C0557F}" srcOrd="0" destOrd="0" presId="urn:microsoft.com/office/officeart/2018/2/layout/IconCircleList"/>
    <dgm:cxn modelId="{A2E6BE86-CFF9-4354-930F-CD81F91D32D7}" type="presOf" srcId="{3F934991-F50D-4C9B-9BA9-D54ABA58DCEA}" destId="{1FD557FA-609F-4EA9-B924-49E335D7B1C3}" srcOrd="0" destOrd="0" presId="urn:microsoft.com/office/officeart/2018/2/layout/IconCircleList"/>
    <dgm:cxn modelId="{25B3919F-FE06-4690-BFB8-7E337202114D}" type="presOf" srcId="{7386D164-45AC-4D91-A110-3C8CD0E0C976}" destId="{9BEC5AB3-371E-4C67-B668-E6D5D7607B69}" srcOrd="0" destOrd="0" presId="urn:microsoft.com/office/officeart/2018/2/layout/IconCircleList"/>
    <dgm:cxn modelId="{203DAEB4-1B2F-42B0-B506-1FD25B32AD68}" srcId="{02D215A4-DAB9-4400-8000-7529F887B5F5}" destId="{97453F1B-4854-4B8F-99F0-44941F06C074}" srcOrd="3" destOrd="0" parTransId="{C9F476E3-2F5F-4C50-A931-25CEC86BBECB}" sibTransId="{ADE27E7A-7D66-430C-9EE3-4CAD36FF0C75}"/>
    <dgm:cxn modelId="{7C13E1B7-8433-425A-8255-D1B1A755879A}" type="presOf" srcId="{97453F1B-4854-4B8F-99F0-44941F06C074}" destId="{F05C8DE9-2C9C-4C3F-A4D8-5C28874513F8}" srcOrd="0" destOrd="0" presId="urn:microsoft.com/office/officeart/2018/2/layout/IconCircleList"/>
    <dgm:cxn modelId="{088377C3-B6DF-4AD3-B8B8-CEC3E784586C}" type="presOf" srcId="{62778511-B7D0-442A-84C2-F2E4CEA73DD1}" destId="{5E58F42C-5A82-4342-B14B-EB4D6A7541CA}" srcOrd="0" destOrd="0" presId="urn:microsoft.com/office/officeart/2018/2/layout/IconCircleList"/>
    <dgm:cxn modelId="{2A8572DB-7406-4784-B70D-94665CEDE310}" type="presOf" srcId="{02D215A4-DAB9-4400-8000-7529F887B5F5}" destId="{B8F7E411-A4E5-4232-BE9A-0575507363F7}" srcOrd="0" destOrd="0" presId="urn:microsoft.com/office/officeart/2018/2/layout/IconCircleList"/>
    <dgm:cxn modelId="{408A6B8D-E1D7-4E8E-A91F-961E877D01A0}" type="presParOf" srcId="{B8F7E411-A4E5-4232-BE9A-0575507363F7}" destId="{BA9E46E4-A11B-40A1-8EB3-C19326BCC1EF}" srcOrd="0" destOrd="0" presId="urn:microsoft.com/office/officeart/2018/2/layout/IconCircleList"/>
    <dgm:cxn modelId="{35F5D034-A835-4A95-9663-8549AC2EEAB9}" type="presParOf" srcId="{BA9E46E4-A11B-40A1-8EB3-C19326BCC1EF}" destId="{EC5096C5-1098-4D4D-B340-69BCC676881A}" srcOrd="0" destOrd="0" presId="urn:microsoft.com/office/officeart/2018/2/layout/IconCircleList"/>
    <dgm:cxn modelId="{E59E59BA-FC9F-4CF7-90ED-4EC60BFF3D3C}" type="presParOf" srcId="{EC5096C5-1098-4D4D-B340-69BCC676881A}" destId="{85219B78-1125-45FD-9C4D-53F3B5600D92}" srcOrd="0" destOrd="0" presId="urn:microsoft.com/office/officeart/2018/2/layout/IconCircleList"/>
    <dgm:cxn modelId="{B5C64357-4BD0-4738-BE5B-FCFA756EBF82}" type="presParOf" srcId="{EC5096C5-1098-4D4D-B340-69BCC676881A}" destId="{4020910C-A837-4652-868C-88C45F711A0E}" srcOrd="1" destOrd="0" presId="urn:microsoft.com/office/officeart/2018/2/layout/IconCircleList"/>
    <dgm:cxn modelId="{DA33F9FC-072C-4B35-B1E6-E727183EE9D6}" type="presParOf" srcId="{EC5096C5-1098-4D4D-B340-69BCC676881A}" destId="{A68D21F2-9795-4C5E-A895-032FFF6C6A64}" srcOrd="2" destOrd="0" presId="urn:microsoft.com/office/officeart/2018/2/layout/IconCircleList"/>
    <dgm:cxn modelId="{7D78A834-34F2-48B8-85C5-0A9795CDAE4D}" type="presParOf" srcId="{EC5096C5-1098-4D4D-B340-69BCC676881A}" destId="{5E58F42C-5A82-4342-B14B-EB4D6A7541CA}" srcOrd="3" destOrd="0" presId="urn:microsoft.com/office/officeart/2018/2/layout/IconCircleList"/>
    <dgm:cxn modelId="{1F155C0A-D0FE-447D-9696-14162A740B5E}" type="presParOf" srcId="{BA9E46E4-A11B-40A1-8EB3-C19326BCC1EF}" destId="{E38AE895-4842-462D-8EC3-2223C95A82C5}" srcOrd="1" destOrd="0" presId="urn:microsoft.com/office/officeart/2018/2/layout/IconCircleList"/>
    <dgm:cxn modelId="{3508DBC5-4299-47CC-B9CC-ED1588161602}" type="presParOf" srcId="{BA9E46E4-A11B-40A1-8EB3-C19326BCC1EF}" destId="{5A3DB9E2-BEF3-4198-A3B4-FB09A14437B6}" srcOrd="2" destOrd="0" presId="urn:microsoft.com/office/officeart/2018/2/layout/IconCircleList"/>
    <dgm:cxn modelId="{58650D13-9D6B-4878-BDFD-90AC0BD0AA3B}" type="presParOf" srcId="{5A3DB9E2-BEF3-4198-A3B4-FB09A14437B6}" destId="{9B44BA8E-3972-4F29-9DEF-9283070FB2C8}" srcOrd="0" destOrd="0" presId="urn:microsoft.com/office/officeart/2018/2/layout/IconCircleList"/>
    <dgm:cxn modelId="{8CA40C89-D3B7-44E7-B56C-CA566717B9B2}" type="presParOf" srcId="{5A3DB9E2-BEF3-4198-A3B4-FB09A14437B6}" destId="{ABF2CB6D-0FF3-494E-824D-79A957EA28A9}" srcOrd="1" destOrd="0" presId="urn:microsoft.com/office/officeart/2018/2/layout/IconCircleList"/>
    <dgm:cxn modelId="{72061837-24BF-47B3-B742-37F34B642456}" type="presParOf" srcId="{5A3DB9E2-BEF3-4198-A3B4-FB09A14437B6}" destId="{5AC1DE84-209C-4951-A1B9-1FD15A430134}" srcOrd="2" destOrd="0" presId="urn:microsoft.com/office/officeart/2018/2/layout/IconCircleList"/>
    <dgm:cxn modelId="{C94762ED-AFA2-4392-87DA-ADA4E945B7C8}" type="presParOf" srcId="{5A3DB9E2-BEF3-4198-A3B4-FB09A14437B6}" destId="{9BEC5AB3-371E-4C67-B668-E6D5D7607B69}" srcOrd="3" destOrd="0" presId="urn:microsoft.com/office/officeart/2018/2/layout/IconCircleList"/>
    <dgm:cxn modelId="{BA30F751-B3E5-45F8-AB26-6E5A4D83B263}" type="presParOf" srcId="{BA9E46E4-A11B-40A1-8EB3-C19326BCC1EF}" destId="{BCA8CF03-2E7B-4A70-834A-2EE46103056A}" srcOrd="3" destOrd="0" presId="urn:microsoft.com/office/officeart/2018/2/layout/IconCircleList"/>
    <dgm:cxn modelId="{1C76C474-E19A-4254-8731-0F7C8C340E4E}" type="presParOf" srcId="{BA9E46E4-A11B-40A1-8EB3-C19326BCC1EF}" destId="{5001C8C0-414D-40C4-89BC-C2EF98B636AF}" srcOrd="4" destOrd="0" presId="urn:microsoft.com/office/officeart/2018/2/layout/IconCircleList"/>
    <dgm:cxn modelId="{ACE518C3-2A20-4EDD-8B44-472C6D252D28}" type="presParOf" srcId="{5001C8C0-414D-40C4-89BC-C2EF98B636AF}" destId="{D7EB1643-0AD5-4BC0-88E6-754DBEFD89E8}" srcOrd="0" destOrd="0" presId="urn:microsoft.com/office/officeart/2018/2/layout/IconCircleList"/>
    <dgm:cxn modelId="{32A27235-4B39-4911-9932-C7F0B4D9DCF1}" type="presParOf" srcId="{5001C8C0-414D-40C4-89BC-C2EF98B636AF}" destId="{C783CB01-12B8-4CEA-8A23-03A0A9C8D3A0}" srcOrd="1" destOrd="0" presId="urn:microsoft.com/office/officeart/2018/2/layout/IconCircleList"/>
    <dgm:cxn modelId="{96F2CF11-E252-4542-AD31-928CA478A9D5}" type="presParOf" srcId="{5001C8C0-414D-40C4-89BC-C2EF98B636AF}" destId="{A09A5373-DDD0-4764-B82D-1F4676A5C772}" srcOrd="2" destOrd="0" presId="urn:microsoft.com/office/officeart/2018/2/layout/IconCircleList"/>
    <dgm:cxn modelId="{6F3F2121-D4FB-448F-A4D8-08CA01BBBA6F}" type="presParOf" srcId="{5001C8C0-414D-40C4-89BC-C2EF98B636AF}" destId="{55F97ABD-A001-4F83-9986-DF7682C0557F}" srcOrd="3" destOrd="0" presId="urn:microsoft.com/office/officeart/2018/2/layout/IconCircleList"/>
    <dgm:cxn modelId="{A4DBFEA9-EE5C-4BC9-A12D-1944BF3414BB}" type="presParOf" srcId="{BA9E46E4-A11B-40A1-8EB3-C19326BCC1EF}" destId="{1FD557FA-609F-4EA9-B924-49E335D7B1C3}" srcOrd="5" destOrd="0" presId="urn:microsoft.com/office/officeart/2018/2/layout/IconCircleList"/>
    <dgm:cxn modelId="{9C0946D9-0CFF-4432-99E2-FAA243E640E0}" type="presParOf" srcId="{BA9E46E4-A11B-40A1-8EB3-C19326BCC1EF}" destId="{800E71A6-56A3-49A2-B201-7BEDE973468A}" srcOrd="6" destOrd="0" presId="urn:microsoft.com/office/officeart/2018/2/layout/IconCircleList"/>
    <dgm:cxn modelId="{BA024EB4-9B6F-4976-A3CF-EE4770AB08CF}" type="presParOf" srcId="{800E71A6-56A3-49A2-B201-7BEDE973468A}" destId="{280ED88C-025F-4604-850C-14657DA54BE5}" srcOrd="0" destOrd="0" presId="urn:microsoft.com/office/officeart/2018/2/layout/IconCircleList"/>
    <dgm:cxn modelId="{8A7F7696-3F89-48B1-A22B-AA4AE5EDEFCE}" type="presParOf" srcId="{800E71A6-56A3-49A2-B201-7BEDE973468A}" destId="{69B36EB4-396A-40EB-8AFA-4780043E71C1}" srcOrd="1" destOrd="0" presId="urn:microsoft.com/office/officeart/2018/2/layout/IconCircleList"/>
    <dgm:cxn modelId="{BD17C42C-9608-4D97-AC5C-EDBCFCD82AB4}" type="presParOf" srcId="{800E71A6-56A3-49A2-B201-7BEDE973468A}" destId="{E1CB00C3-F2F9-43D4-9F54-F0239D3B8ECE}" srcOrd="2" destOrd="0" presId="urn:microsoft.com/office/officeart/2018/2/layout/IconCircleList"/>
    <dgm:cxn modelId="{0C84EBA6-02FB-4F56-9CD2-EA80D68EA954}" type="presParOf" srcId="{800E71A6-56A3-49A2-B201-7BEDE973468A}" destId="{F05C8DE9-2C9C-4C3F-A4D8-5C28874513F8}" srcOrd="3" destOrd="0" presId="urn:microsoft.com/office/officeart/2018/2/layout/IconCircleList"/>
    <dgm:cxn modelId="{081D894D-E49F-416B-8882-CD78B6CB0251}" type="presParOf" srcId="{BA9E46E4-A11B-40A1-8EB3-C19326BCC1EF}" destId="{2844940D-BF7B-4596-87A8-F4412471B113}" srcOrd="7" destOrd="0" presId="urn:microsoft.com/office/officeart/2018/2/layout/IconCircleList"/>
    <dgm:cxn modelId="{12B7EE33-7D69-4097-B58F-D0F3B9D22660}" type="presParOf" srcId="{BA9E46E4-A11B-40A1-8EB3-C19326BCC1EF}" destId="{75296B73-85E8-41F9-BE33-90758078A1E8}" srcOrd="8" destOrd="0" presId="urn:microsoft.com/office/officeart/2018/2/layout/IconCircleList"/>
    <dgm:cxn modelId="{F85EAC27-31D0-43DA-A8F1-A65E5FC44798}" type="presParOf" srcId="{75296B73-85E8-41F9-BE33-90758078A1E8}" destId="{2724C7D2-8732-4EF8-9D5B-63384DC6D2C7}" srcOrd="0" destOrd="0" presId="urn:microsoft.com/office/officeart/2018/2/layout/IconCircleList"/>
    <dgm:cxn modelId="{D5C7314D-BCE7-4F5D-A6EB-D70AD050F21B}" type="presParOf" srcId="{75296B73-85E8-41F9-BE33-90758078A1E8}" destId="{77574FC6-6CDA-485F-9A57-66C69D7FC4AF}" srcOrd="1" destOrd="0" presId="urn:microsoft.com/office/officeart/2018/2/layout/IconCircleList"/>
    <dgm:cxn modelId="{8EB02455-ECD9-4D1C-AD4C-5A57E4CF449C}" type="presParOf" srcId="{75296B73-85E8-41F9-BE33-90758078A1E8}" destId="{261AB2C9-77CA-465E-B1F3-6F3A32ED3484}" srcOrd="2" destOrd="0" presId="urn:microsoft.com/office/officeart/2018/2/layout/IconCircleList"/>
    <dgm:cxn modelId="{11506F40-28FA-4BE8-B7AB-65FA3EECCE3F}" type="presParOf" srcId="{75296B73-85E8-41F9-BE33-90758078A1E8}" destId="{AE9C7889-F0F4-4B49-BD2B-3CFA59989624}" srcOrd="3" destOrd="0" presId="urn:microsoft.com/office/officeart/2018/2/layout/IconCircleList"/>
    <dgm:cxn modelId="{D8AFFD3E-1FAE-49E8-82EC-02B2B2220B4C}" type="presParOf" srcId="{BA9E46E4-A11B-40A1-8EB3-C19326BCC1EF}" destId="{48C06CAC-2B59-44E4-9387-92BD36FF2C4B}" srcOrd="9" destOrd="0" presId="urn:microsoft.com/office/officeart/2018/2/layout/IconCircleList"/>
    <dgm:cxn modelId="{FB7D136C-326F-4081-BD17-3BDC4A96D4FA}" type="presParOf" srcId="{BA9E46E4-A11B-40A1-8EB3-C19326BCC1EF}" destId="{E10F6FB2-B827-47AE-B995-CD3E77B7CA40}" srcOrd="10" destOrd="0" presId="urn:microsoft.com/office/officeart/2018/2/layout/IconCircleList"/>
    <dgm:cxn modelId="{7275C500-61C2-4E66-9869-E2552032BBA9}" type="presParOf" srcId="{E10F6FB2-B827-47AE-B995-CD3E77B7CA40}" destId="{97BB8571-CE22-4A08-B3A4-0AA1927A6196}" srcOrd="0" destOrd="0" presId="urn:microsoft.com/office/officeart/2018/2/layout/IconCircleList"/>
    <dgm:cxn modelId="{97DCB3E9-752B-4F2B-8F2D-90A6EFDAC998}" type="presParOf" srcId="{E10F6FB2-B827-47AE-B995-CD3E77B7CA40}" destId="{7984F36C-AC0B-4AFB-9C04-66E954F36290}" srcOrd="1" destOrd="0" presId="urn:microsoft.com/office/officeart/2018/2/layout/IconCircleList"/>
    <dgm:cxn modelId="{1B39A806-E907-469A-BBE5-329E2C3E5908}" type="presParOf" srcId="{E10F6FB2-B827-47AE-B995-CD3E77B7CA40}" destId="{909992D8-99EE-45D1-A81D-D6345D4691BD}" srcOrd="2" destOrd="0" presId="urn:microsoft.com/office/officeart/2018/2/layout/IconCircleList"/>
    <dgm:cxn modelId="{6133112B-A0C4-4EA7-B3EB-60739CDD8426}" type="presParOf" srcId="{E10F6FB2-B827-47AE-B995-CD3E77B7CA40}" destId="{04487332-4647-4FB4-BF74-D7188B54EFD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B3C8E8-A048-4B83-838C-2DA7A877D19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7623CD-4DF2-4F85-9DD0-D7F73C458A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Add candidate recruitment and application tracking features.</a:t>
          </a:r>
          <a:endParaRPr lang="en-US"/>
        </a:p>
      </dgm:t>
    </dgm:pt>
    <dgm:pt modelId="{39A8B5E1-4767-4D40-9FEE-0F9A3A603DD7}" type="parTrans" cxnId="{354ED9AD-9F31-4258-8ECE-A3B19D38B76D}">
      <dgm:prSet/>
      <dgm:spPr/>
      <dgm:t>
        <a:bodyPr/>
        <a:lstStyle/>
        <a:p>
          <a:endParaRPr lang="en-US"/>
        </a:p>
      </dgm:t>
    </dgm:pt>
    <dgm:pt modelId="{84F12F66-4327-4B36-A3EA-215ABF9A9E89}" type="sibTrans" cxnId="{354ED9AD-9F31-4258-8ECE-A3B19D38B76D}">
      <dgm:prSet/>
      <dgm:spPr/>
      <dgm:t>
        <a:bodyPr/>
        <a:lstStyle/>
        <a:p>
          <a:endParaRPr lang="en-US"/>
        </a:p>
      </dgm:t>
    </dgm:pt>
    <dgm:pt modelId="{8F3F15F8-28D7-444B-82D6-317D7B1A7A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Integrate resume upload and candidate profile management.</a:t>
          </a:r>
          <a:endParaRPr lang="en-US"/>
        </a:p>
      </dgm:t>
    </dgm:pt>
    <dgm:pt modelId="{46B40F8D-8FA2-4CDB-9FF1-E68A5E0AFD00}" type="parTrans" cxnId="{96C20432-5D3F-4528-BDB7-FF0F6D2E597D}">
      <dgm:prSet/>
      <dgm:spPr/>
      <dgm:t>
        <a:bodyPr/>
        <a:lstStyle/>
        <a:p>
          <a:endParaRPr lang="en-US"/>
        </a:p>
      </dgm:t>
    </dgm:pt>
    <dgm:pt modelId="{415C6E37-BC64-459E-9BB3-60A4776555A5}" type="sibTrans" cxnId="{96C20432-5D3F-4528-BDB7-FF0F6D2E597D}">
      <dgm:prSet/>
      <dgm:spPr/>
      <dgm:t>
        <a:bodyPr/>
        <a:lstStyle/>
        <a:p>
          <a:endParaRPr lang="en-US"/>
        </a:p>
      </dgm:t>
    </dgm:pt>
    <dgm:pt modelId="{BE71406E-510B-4A68-A14D-A37A2FCA50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Add interview scheduling and recruitment pipeline stages.</a:t>
          </a:r>
          <a:endParaRPr lang="en-US"/>
        </a:p>
      </dgm:t>
    </dgm:pt>
    <dgm:pt modelId="{856536A6-92EC-46AD-A805-8474A50ECE0E}" type="parTrans" cxnId="{95549918-E222-4689-9504-D3768CBB0542}">
      <dgm:prSet/>
      <dgm:spPr/>
      <dgm:t>
        <a:bodyPr/>
        <a:lstStyle/>
        <a:p>
          <a:endParaRPr lang="en-US"/>
        </a:p>
      </dgm:t>
    </dgm:pt>
    <dgm:pt modelId="{A7564E79-F156-42CD-ACEB-1068F458BFD2}" type="sibTrans" cxnId="{95549918-E222-4689-9504-D3768CBB0542}">
      <dgm:prSet/>
      <dgm:spPr/>
      <dgm:t>
        <a:bodyPr/>
        <a:lstStyle/>
        <a:p>
          <a:endParaRPr lang="en-US"/>
        </a:p>
      </dgm:t>
    </dgm:pt>
    <dgm:pt modelId="{5E38D6C4-B933-43A5-88B8-1687197F78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Add authentication and role-based access for HR, managers and employees.</a:t>
          </a:r>
          <a:endParaRPr lang="en-US"/>
        </a:p>
      </dgm:t>
    </dgm:pt>
    <dgm:pt modelId="{0991C621-0D4A-4029-957A-7E12D8C4BC01}" type="parTrans" cxnId="{4E941DE4-2E1E-42A3-9BA3-0AF4B5966F97}">
      <dgm:prSet/>
      <dgm:spPr/>
      <dgm:t>
        <a:bodyPr/>
        <a:lstStyle/>
        <a:p>
          <a:endParaRPr lang="en-US"/>
        </a:p>
      </dgm:t>
    </dgm:pt>
    <dgm:pt modelId="{52E254B7-B8C3-4A92-A6E8-EB6F109A815A}" type="sibTrans" cxnId="{4E941DE4-2E1E-42A3-9BA3-0AF4B5966F97}">
      <dgm:prSet/>
      <dgm:spPr/>
      <dgm:t>
        <a:bodyPr/>
        <a:lstStyle/>
        <a:p>
          <a:endParaRPr lang="en-US"/>
        </a:p>
      </dgm:t>
    </dgm:pt>
    <dgm:pt modelId="{CD373E65-C4A1-4B73-9B15-0897961188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Connect with email/calendar services for onboarding notifications.</a:t>
          </a:r>
          <a:endParaRPr lang="en-US"/>
        </a:p>
      </dgm:t>
    </dgm:pt>
    <dgm:pt modelId="{61980DB8-82BE-4F1F-B31E-E52301C7597E}" type="parTrans" cxnId="{99DD37BF-03D3-440A-8AF6-C9FAEE76669D}">
      <dgm:prSet/>
      <dgm:spPr/>
      <dgm:t>
        <a:bodyPr/>
        <a:lstStyle/>
        <a:p>
          <a:endParaRPr lang="en-US"/>
        </a:p>
      </dgm:t>
    </dgm:pt>
    <dgm:pt modelId="{EA836A98-7BAE-4B14-8958-C86438A905A4}" type="sibTrans" cxnId="{99DD37BF-03D3-440A-8AF6-C9FAEE76669D}">
      <dgm:prSet/>
      <dgm:spPr/>
      <dgm:t>
        <a:bodyPr/>
        <a:lstStyle/>
        <a:p>
          <a:endParaRPr lang="en-US"/>
        </a:p>
      </dgm:t>
    </dgm:pt>
    <dgm:pt modelId="{A2BEDE09-B554-449A-9887-21AE0D1E8F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Add analytics dashboards for HR metrics and onboarding trends.</a:t>
          </a:r>
          <a:endParaRPr lang="en-US"/>
        </a:p>
      </dgm:t>
    </dgm:pt>
    <dgm:pt modelId="{6711023E-B52F-49AA-95DA-794F0776D3A9}" type="parTrans" cxnId="{EAD694EE-2B35-462D-B5C9-86A02DB272CC}">
      <dgm:prSet/>
      <dgm:spPr/>
      <dgm:t>
        <a:bodyPr/>
        <a:lstStyle/>
        <a:p>
          <a:endParaRPr lang="en-US"/>
        </a:p>
      </dgm:t>
    </dgm:pt>
    <dgm:pt modelId="{44E63DD4-E077-491A-8E73-A35742CC0915}" type="sibTrans" cxnId="{EAD694EE-2B35-462D-B5C9-86A02DB272CC}">
      <dgm:prSet/>
      <dgm:spPr/>
      <dgm:t>
        <a:bodyPr/>
        <a:lstStyle/>
        <a:p>
          <a:endParaRPr lang="en-US"/>
        </a:p>
      </dgm:t>
    </dgm:pt>
    <dgm:pt modelId="{F463002B-C7F3-4B34-8678-BDC9F0CC3A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Deploy the system with a production database and cloud hosting.</a:t>
          </a:r>
          <a:endParaRPr lang="en-US"/>
        </a:p>
      </dgm:t>
    </dgm:pt>
    <dgm:pt modelId="{A6BAF010-ADB9-4A5D-8AE3-9AA07AC456ED}" type="parTrans" cxnId="{076F2EB6-57D0-4C51-B01F-2191391270A6}">
      <dgm:prSet/>
      <dgm:spPr/>
      <dgm:t>
        <a:bodyPr/>
        <a:lstStyle/>
        <a:p>
          <a:endParaRPr lang="en-US"/>
        </a:p>
      </dgm:t>
    </dgm:pt>
    <dgm:pt modelId="{4E0D7D7E-7F94-4754-9314-29C409B7F2FD}" type="sibTrans" cxnId="{076F2EB6-57D0-4C51-B01F-2191391270A6}">
      <dgm:prSet/>
      <dgm:spPr/>
      <dgm:t>
        <a:bodyPr/>
        <a:lstStyle/>
        <a:p>
          <a:endParaRPr lang="en-US"/>
        </a:p>
      </dgm:t>
    </dgm:pt>
    <dgm:pt modelId="{5F006F5B-3F43-4E19-B6AE-B06EB18AE471}" type="pres">
      <dgm:prSet presAssocID="{38B3C8E8-A048-4B83-838C-2DA7A877D193}" presName="root" presStyleCnt="0">
        <dgm:presLayoutVars>
          <dgm:dir/>
          <dgm:resizeHandles val="exact"/>
        </dgm:presLayoutVars>
      </dgm:prSet>
      <dgm:spPr/>
    </dgm:pt>
    <dgm:pt modelId="{502B9A2F-947C-4563-80F6-8A6A8520A480}" type="pres">
      <dgm:prSet presAssocID="{AA7623CD-4DF2-4F85-9DD0-D7F73C458A2B}" presName="compNode" presStyleCnt="0"/>
      <dgm:spPr/>
    </dgm:pt>
    <dgm:pt modelId="{64BC15C2-6123-4693-BADC-9D17CBE1CDCC}" type="pres">
      <dgm:prSet presAssocID="{AA7623CD-4DF2-4F85-9DD0-D7F73C458A2B}" presName="bgRect" presStyleLbl="bgShp" presStyleIdx="0" presStyleCnt="7"/>
      <dgm:spPr/>
    </dgm:pt>
    <dgm:pt modelId="{31E52351-5345-450C-B5C0-A96174F4F2CC}" type="pres">
      <dgm:prSet presAssocID="{AA7623CD-4DF2-4F85-9DD0-D7F73C458A2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6A5811CA-A3E4-4D1E-9DC2-A4B346006A01}" type="pres">
      <dgm:prSet presAssocID="{AA7623CD-4DF2-4F85-9DD0-D7F73C458A2B}" presName="spaceRect" presStyleCnt="0"/>
      <dgm:spPr/>
    </dgm:pt>
    <dgm:pt modelId="{F627D11B-9C6E-4C41-8D3A-52205B3C902C}" type="pres">
      <dgm:prSet presAssocID="{AA7623CD-4DF2-4F85-9DD0-D7F73C458A2B}" presName="parTx" presStyleLbl="revTx" presStyleIdx="0" presStyleCnt="7">
        <dgm:presLayoutVars>
          <dgm:chMax val="0"/>
          <dgm:chPref val="0"/>
        </dgm:presLayoutVars>
      </dgm:prSet>
      <dgm:spPr/>
    </dgm:pt>
    <dgm:pt modelId="{5CB1E5E5-0E42-491B-AAD3-0E59F8E393AB}" type="pres">
      <dgm:prSet presAssocID="{84F12F66-4327-4B36-A3EA-215ABF9A9E89}" presName="sibTrans" presStyleCnt="0"/>
      <dgm:spPr/>
    </dgm:pt>
    <dgm:pt modelId="{315C7D83-CFC8-42B2-B836-FC7A7914D03E}" type="pres">
      <dgm:prSet presAssocID="{8F3F15F8-28D7-444B-82D6-317D7B1A7A6E}" presName="compNode" presStyleCnt="0"/>
      <dgm:spPr/>
    </dgm:pt>
    <dgm:pt modelId="{8D5EA37A-B52D-43A1-87D8-69C10B3FE573}" type="pres">
      <dgm:prSet presAssocID="{8F3F15F8-28D7-444B-82D6-317D7B1A7A6E}" presName="bgRect" presStyleLbl="bgShp" presStyleIdx="1" presStyleCnt="7"/>
      <dgm:spPr/>
    </dgm:pt>
    <dgm:pt modelId="{C05587F0-1245-4ABF-B09C-B31388BD2359}" type="pres">
      <dgm:prSet presAssocID="{8F3F15F8-28D7-444B-82D6-317D7B1A7A6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B24406C-A151-4B6F-B274-ADCD09299101}" type="pres">
      <dgm:prSet presAssocID="{8F3F15F8-28D7-444B-82D6-317D7B1A7A6E}" presName="spaceRect" presStyleCnt="0"/>
      <dgm:spPr/>
    </dgm:pt>
    <dgm:pt modelId="{D6141554-E73F-49EE-B616-47C3A1CF2AF4}" type="pres">
      <dgm:prSet presAssocID="{8F3F15F8-28D7-444B-82D6-317D7B1A7A6E}" presName="parTx" presStyleLbl="revTx" presStyleIdx="1" presStyleCnt="7">
        <dgm:presLayoutVars>
          <dgm:chMax val="0"/>
          <dgm:chPref val="0"/>
        </dgm:presLayoutVars>
      </dgm:prSet>
      <dgm:spPr/>
    </dgm:pt>
    <dgm:pt modelId="{2ECCB71D-8FC4-4D22-B1D2-FAFC9B696496}" type="pres">
      <dgm:prSet presAssocID="{415C6E37-BC64-459E-9BB3-60A4776555A5}" presName="sibTrans" presStyleCnt="0"/>
      <dgm:spPr/>
    </dgm:pt>
    <dgm:pt modelId="{DA343F62-5EE8-4F9F-859F-DD77D96BD9F2}" type="pres">
      <dgm:prSet presAssocID="{BE71406E-510B-4A68-A14D-A37A2FCA5016}" presName="compNode" presStyleCnt="0"/>
      <dgm:spPr/>
    </dgm:pt>
    <dgm:pt modelId="{7F1CDA36-E18E-4410-918F-940860D7EDFB}" type="pres">
      <dgm:prSet presAssocID="{BE71406E-510B-4A68-A14D-A37A2FCA5016}" presName="bgRect" presStyleLbl="bgShp" presStyleIdx="2" presStyleCnt="7"/>
      <dgm:spPr/>
    </dgm:pt>
    <dgm:pt modelId="{292647AB-F906-46D5-B367-F52DBC30C888}" type="pres">
      <dgm:prSet presAssocID="{BE71406E-510B-4A68-A14D-A37A2FCA501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4822770-7107-4AF6-AEE3-B168FADE97C1}" type="pres">
      <dgm:prSet presAssocID="{BE71406E-510B-4A68-A14D-A37A2FCA5016}" presName="spaceRect" presStyleCnt="0"/>
      <dgm:spPr/>
    </dgm:pt>
    <dgm:pt modelId="{0B47904A-4DAE-498A-BA96-7801A8C0B886}" type="pres">
      <dgm:prSet presAssocID="{BE71406E-510B-4A68-A14D-A37A2FCA5016}" presName="parTx" presStyleLbl="revTx" presStyleIdx="2" presStyleCnt="7">
        <dgm:presLayoutVars>
          <dgm:chMax val="0"/>
          <dgm:chPref val="0"/>
        </dgm:presLayoutVars>
      </dgm:prSet>
      <dgm:spPr/>
    </dgm:pt>
    <dgm:pt modelId="{DF0B1F0F-B456-44A5-AAE4-B9574BEAAEE7}" type="pres">
      <dgm:prSet presAssocID="{A7564E79-F156-42CD-ACEB-1068F458BFD2}" presName="sibTrans" presStyleCnt="0"/>
      <dgm:spPr/>
    </dgm:pt>
    <dgm:pt modelId="{586DF46E-546B-49FD-9E77-4CA2E9DA7A33}" type="pres">
      <dgm:prSet presAssocID="{5E38D6C4-B933-43A5-88B8-1687197F786C}" presName="compNode" presStyleCnt="0"/>
      <dgm:spPr/>
    </dgm:pt>
    <dgm:pt modelId="{23816090-E604-40A8-BD17-B6BA87FDB7E1}" type="pres">
      <dgm:prSet presAssocID="{5E38D6C4-B933-43A5-88B8-1687197F786C}" presName="bgRect" presStyleLbl="bgShp" presStyleIdx="3" presStyleCnt="7"/>
      <dgm:spPr/>
    </dgm:pt>
    <dgm:pt modelId="{237F597C-374E-4421-B46E-CAE21A4CFC28}" type="pres">
      <dgm:prSet presAssocID="{5E38D6C4-B933-43A5-88B8-1687197F786C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0D22FFA9-B9AF-4A98-8ABD-2D71E964EAD7}" type="pres">
      <dgm:prSet presAssocID="{5E38D6C4-B933-43A5-88B8-1687197F786C}" presName="spaceRect" presStyleCnt="0"/>
      <dgm:spPr/>
    </dgm:pt>
    <dgm:pt modelId="{6E63FFC7-64FB-4064-B5B3-A254D51FFCD4}" type="pres">
      <dgm:prSet presAssocID="{5E38D6C4-B933-43A5-88B8-1687197F786C}" presName="parTx" presStyleLbl="revTx" presStyleIdx="3" presStyleCnt="7">
        <dgm:presLayoutVars>
          <dgm:chMax val="0"/>
          <dgm:chPref val="0"/>
        </dgm:presLayoutVars>
      </dgm:prSet>
      <dgm:spPr/>
    </dgm:pt>
    <dgm:pt modelId="{6CA6FCC1-D698-45B0-9D09-9676F477EFE7}" type="pres">
      <dgm:prSet presAssocID="{52E254B7-B8C3-4A92-A6E8-EB6F109A815A}" presName="sibTrans" presStyleCnt="0"/>
      <dgm:spPr/>
    </dgm:pt>
    <dgm:pt modelId="{7E18834D-EBB1-4925-8C2B-22EA13EF3E36}" type="pres">
      <dgm:prSet presAssocID="{CD373E65-C4A1-4B73-9B15-0897961188EC}" presName="compNode" presStyleCnt="0"/>
      <dgm:spPr/>
    </dgm:pt>
    <dgm:pt modelId="{BEDDB405-6679-47F5-BA72-0D0109302B38}" type="pres">
      <dgm:prSet presAssocID="{CD373E65-C4A1-4B73-9B15-0897961188EC}" presName="bgRect" presStyleLbl="bgShp" presStyleIdx="4" presStyleCnt="7"/>
      <dgm:spPr/>
    </dgm:pt>
    <dgm:pt modelId="{24DD2CDF-4E55-444F-9A33-E738D175DAAD}" type="pres">
      <dgm:prSet presAssocID="{CD373E65-C4A1-4B73-9B15-0897961188E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E920DFAC-DFC8-45A5-8558-D6F0F1884B3C}" type="pres">
      <dgm:prSet presAssocID="{CD373E65-C4A1-4B73-9B15-0897961188EC}" presName="spaceRect" presStyleCnt="0"/>
      <dgm:spPr/>
    </dgm:pt>
    <dgm:pt modelId="{D7527ECF-557F-4CFD-9749-7048F667594D}" type="pres">
      <dgm:prSet presAssocID="{CD373E65-C4A1-4B73-9B15-0897961188EC}" presName="parTx" presStyleLbl="revTx" presStyleIdx="4" presStyleCnt="7">
        <dgm:presLayoutVars>
          <dgm:chMax val="0"/>
          <dgm:chPref val="0"/>
        </dgm:presLayoutVars>
      </dgm:prSet>
      <dgm:spPr/>
    </dgm:pt>
    <dgm:pt modelId="{FD839E33-A225-4598-9406-08B0773A6075}" type="pres">
      <dgm:prSet presAssocID="{EA836A98-7BAE-4B14-8958-C86438A905A4}" presName="sibTrans" presStyleCnt="0"/>
      <dgm:spPr/>
    </dgm:pt>
    <dgm:pt modelId="{13FC7FF2-D651-43F7-802F-1E203612A9FF}" type="pres">
      <dgm:prSet presAssocID="{A2BEDE09-B554-449A-9887-21AE0D1E8F3D}" presName="compNode" presStyleCnt="0"/>
      <dgm:spPr/>
    </dgm:pt>
    <dgm:pt modelId="{E68EA749-D0EE-406D-B4C5-A6AE00CAB670}" type="pres">
      <dgm:prSet presAssocID="{A2BEDE09-B554-449A-9887-21AE0D1E8F3D}" presName="bgRect" presStyleLbl="bgShp" presStyleIdx="5" presStyleCnt="7"/>
      <dgm:spPr/>
    </dgm:pt>
    <dgm:pt modelId="{6B11C301-A801-4464-91EE-03FEA878E47A}" type="pres">
      <dgm:prSet presAssocID="{A2BEDE09-B554-449A-9887-21AE0D1E8F3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023C6AF-2816-4E9C-BE44-DE4E4CBBE8C8}" type="pres">
      <dgm:prSet presAssocID="{A2BEDE09-B554-449A-9887-21AE0D1E8F3D}" presName="spaceRect" presStyleCnt="0"/>
      <dgm:spPr/>
    </dgm:pt>
    <dgm:pt modelId="{BCCF33A8-BD37-4933-8E7C-2B1D32237935}" type="pres">
      <dgm:prSet presAssocID="{A2BEDE09-B554-449A-9887-21AE0D1E8F3D}" presName="parTx" presStyleLbl="revTx" presStyleIdx="5" presStyleCnt="7">
        <dgm:presLayoutVars>
          <dgm:chMax val="0"/>
          <dgm:chPref val="0"/>
        </dgm:presLayoutVars>
      </dgm:prSet>
      <dgm:spPr/>
    </dgm:pt>
    <dgm:pt modelId="{D103310E-116D-4C1E-AC1D-B276CC19F083}" type="pres">
      <dgm:prSet presAssocID="{44E63DD4-E077-491A-8E73-A35742CC0915}" presName="sibTrans" presStyleCnt="0"/>
      <dgm:spPr/>
    </dgm:pt>
    <dgm:pt modelId="{4AD85569-E810-4107-AB67-B7E523B27855}" type="pres">
      <dgm:prSet presAssocID="{F463002B-C7F3-4B34-8678-BDC9F0CC3AEB}" presName="compNode" presStyleCnt="0"/>
      <dgm:spPr/>
    </dgm:pt>
    <dgm:pt modelId="{763C2A2A-FD47-4285-8799-1B011A43F29E}" type="pres">
      <dgm:prSet presAssocID="{F463002B-C7F3-4B34-8678-BDC9F0CC3AEB}" presName="bgRect" presStyleLbl="bgShp" presStyleIdx="6" presStyleCnt="7"/>
      <dgm:spPr/>
    </dgm:pt>
    <dgm:pt modelId="{1ED48BB5-C725-49D5-B79E-A1AC3F0B34DE}" type="pres">
      <dgm:prSet presAssocID="{F463002B-C7F3-4B34-8678-BDC9F0CC3AE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F04CCEF-7EB6-453F-9193-D0A5C1234945}" type="pres">
      <dgm:prSet presAssocID="{F463002B-C7F3-4B34-8678-BDC9F0CC3AEB}" presName="spaceRect" presStyleCnt="0"/>
      <dgm:spPr/>
    </dgm:pt>
    <dgm:pt modelId="{8AA518CC-E02F-44C5-962F-964DA8311171}" type="pres">
      <dgm:prSet presAssocID="{F463002B-C7F3-4B34-8678-BDC9F0CC3AE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95549918-E222-4689-9504-D3768CBB0542}" srcId="{38B3C8E8-A048-4B83-838C-2DA7A877D193}" destId="{BE71406E-510B-4A68-A14D-A37A2FCA5016}" srcOrd="2" destOrd="0" parTransId="{856536A6-92EC-46AD-A805-8474A50ECE0E}" sibTransId="{A7564E79-F156-42CD-ACEB-1068F458BFD2}"/>
    <dgm:cxn modelId="{96C20432-5D3F-4528-BDB7-FF0F6D2E597D}" srcId="{38B3C8E8-A048-4B83-838C-2DA7A877D193}" destId="{8F3F15F8-28D7-444B-82D6-317D7B1A7A6E}" srcOrd="1" destOrd="0" parTransId="{46B40F8D-8FA2-4CDB-9FF1-E68A5E0AFD00}" sibTransId="{415C6E37-BC64-459E-9BB3-60A4776555A5}"/>
    <dgm:cxn modelId="{8A745937-99D4-4DDF-8F4F-2DFFA55A3F34}" type="presOf" srcId="{38B3C8E8-A048-4B83-838C-2DA7A877D193}" destId="{5F006F5B-3F43-4E19-B6AE-B06EB18AE471}" srcOrd="0" destOrd="0" presId="urn:microsoft.com/office/officeart/2018/2/layout/IconVerticalSolidList"/>
    <dgm:cxn modelId="{6D85F93D-3573-41CB-9E64-83FC7DE00FFA}" type="presOf" srcId="{F463002B-C7F3-4B34-8678-BDC9F0CC3AEB}" destId="{8AA518CC-E02F-44C5-962F-964DA8311171}" srcOrd="0" destOrd="0" presId="urn:microsoft.com/office/officeart/2018/2/layout/IconVerticalSolidList"/>
    <dgm:cxn modelId="{50131280-ECA9-4790-A1F1-4C53D2ED20EB}" type="presOf" srcId="{CD373E65-C4A1-4B73-9B15-0897961188EC}" destId="{D7527ECF-557F-4CFD-9749-7048F667594D}" srcOrd="0" destOrd="0" presId="urn:microsoft.com/office/officeart/2018/2/layout/IconVerticalSolidList"/>
    <dgm:cxn modelId="{98646F80-DA09-403A-BC07-C9A5B4247C34}" type="presOf" srcId="{A2BEDE09-B554-449A-9887-21AE0D1E8F3D}" destId="{BCCF33A8-BD37-4933-8E7C-2B1D32237935}" srcOrd="0" destOrd="0" presId="urn:microsoft.com/office/officeart/2018/2/layout/IconVerticalSolidList"/>
    <dgm:cxn modelId="{2FA691A1-16B9-4972-8853-E75EA266BFCE}" type="presOf" srcId="{5E38D6C4-B933-43A5-88B8-1687197F786C}" destId="{6E63FFC7-64FB-4064-B5B3-A254D51FFCD4}" srcOrd="0" destOrd="0" presId="urn:microsoft.com/office/officeart/2018/2/layout/IconVerticalSolidList"/>
    <dgm:cxn modelId="{354ED9AD-9F31-4258-8ECE-A3B19D38B76D}" srcId="{38B3C8E8-A048-4B83-838C-2DA7A877D193}" destId="{AA7623CD-4DF2-4F85-9DD0-D7F73C458A2B}" srcOrd="0" destOrd="0" parTransId="{39A8B5E1-4767-4D40-9FEE-0F9A3A603DD7}" sibTransId="{84F12F66-4327-4B36-A3EA-215ABF9A9E89}"/>
    <dgm:cxn modelId="{076F2EB6-57D0-4C51-B01F-2191391270A6}" srcId="{38B3C8E8-A048-4B83-838C-2DA7A877D193}" destId="{F463002B-C7F3-4B34-8678-BDC9F0CC3AEB}" srcOrd="6" destOrd="0" parTransId="{A6BAF010-ADB9-4A5D-8AE3-9AA07AC456ED}" sibTransId="{4E0D7D7E-7F94-4754-9314-29C409B7F2FD}"/>
    <dgm:cxn modelId="{22059BB8-8173-4045-A39B-2398F05F11D4}" type="presOf" srcId="{BE71406E-510B-4A68-A14D-A37A2FCA5016}" destId="{0B47904A-4DAE-498A-BA96-7801A8C0B886}" srcOrd="0" destOrd="0" presId="urn:microsoft.com/office/officeart/2018/2/layout/IconVerticalSolidList"/>
    <dgm:cxn modelId="{99DD37BF-03D3-440A-8AF6-C9FAEE76669D}" srcId="{38B3C8E8-A048-4B83-838C-2DA7A877D193}" destId="{CD373E65-C4A1-4B73-9B15-0897961188EC}" srcOrd="4" destOrd="0" parTransId="{61980DB8-82BE-4F1F-B31E-E52301C7597E}" sibTransId="{EA836A98-7BAE-4B14-8958-C86438A905A4}"/>
    <dgm:cxn modelId="{4D2262DC-407B-4128-A12F-A82BBC3D60FA}" type="presOf" srcId="{AA7623CD-4DF2-4F85-9DD0-D7F73C458A2B}" destId="{F627D11B-9C6E-4C41-8D3A-52205B3C902C}" srcOrd="0" destOrd="0" presId="urn:microsoft.com/office/officeart/2018/2/layout/IconVerticalSolidList"/>
    <dgm:cxn modelId="{4E941DE4-2E1E-42A3-9BA3-0AF4B5966F97}" srcId="{38B3C8E8-A048-4B83-838C-2DA7A877D193}" destId="{5E38D6C4-B933-43A5-88B8-1687197F786C}" srcOrd="3" destOrd="0" parTransId="{0991C621-0D4A-4029-957A-7E12D8C4BC01}" sibTransId="{52E254B7-B8C3-4A92-A6E8-EB6F109A815A}"/>
    <dgm:cxn modelId="{EAD694EE-2B35-462D-B5C9-86A02DB272CC}" srcId="{38B3C8E8-A048-4B83-838C-2DA7A877D193}" destId="{A2BEDE09-B554-449A-9887-21AE0D1E8F3D}" srcOrd="5" destOrd="0" parTransId="{6711023E-B52F-49AA-95DA-794F0776D3A9}" sibTransId="{44E63DD4-E077-491A-8E73-A35742CC0915}"/>
    <dgm:cxn modelId="{393014F0-3857-4411-B7DE-8E9102AE2390}" type="presOf" srcId="{8F3F15F8-28D7-444B-82D6-317D7B1A7A6E}" destId="{D6141554-E73F-49EE-B616-47C3A1CF2AF4}" srcOrd="0" destOrd="0" presId="urn:microsoft.com/office/officeart/2018/2/layout/IconVerticalSolidList"/>
    <dgm:cxn modelId="{6D24352D-39A2-46C8-94B4-5ED03C415930}" type="presParOf" srcId="{5F006F5B-3F43-4E19-B6AE-B06EB18AE471}" destId="{502B9A2F-947C-4563-80F6-8A6A8520A480}" srcOrd="0" destOrd="0" presId="urn:microsoft.com/office/officeart/2018/2/layout/IconVerticalSolidList"/>
    <dgm:cxn modelId="{934CF191-972B-482D-9B9D-605D1A69FB96}" type="presParOf" srcId="{502B9A2F-947C-4563-80F6-8A6A8520A480}" destId="{64BC15C2-6123-4693-BADC-9D17CBE1CDCC}" srcOrd="0" destOrd="0" presId="urn:microsoft.com/office/officeart/2018/2/layout/IconVerticalSolidList"/>
    <dgm:cxn modelId="{CB2C6AFA-7463-4B58-A8CB-8725027C3203}" type="presParOf" srcId="{502B9A2F-947C-4563-80F6-8A6A8520A480}" destId="{31E52351-5345-450C-B5C0-A96174F4F2CC}" srcOrd="1" destOrd="0" presId="urn:microsoft.com/office/officeart/2018/2/layout/IconVerticalSolidList"/>
    <dgm:cxn modelId="{43B14C13-B610-451B-A141-1BA822582245}" type="presParOf" srcId="{502B9A2F-947C-4563-80F6-8A6A8520A480}" destId="{6A5811CA-A3E4-4D1E-9DC2-A4B346006A01}" srcOrd="2" destOrd="0" presId="urn:microsoft.com/office/officeart/2018/2/layout/IconVerticalSolidList"/>
    <dgm:cxn modelId="{34B52371-7320-4068-BD6A-B9292AB0CAB6}" type="presParOf" srcId="{502B9A2F-947C-4563-80F6-8A6A8520A480}" destId="{F627D11B-9C6E-4C41-8D3A-52205B3C902C}" srcOrd="3" destOrd="0" presId="urn:microsoft.com/office/officeart/2018/2/layout/IconVerticalSolidList"/>
    <dgm:cxn modelId="{72DC4F13-C051-46E9-89DD-525D630CAB8E}" type="presParOf" srcId="{5F006F5B-3F43-4E19-B6AE-B06EB18AE471}" destId="{5CB1E5E5-0E42-491B-AAD3-0E59F8E393AB}" srcOrd="1" destOrd="0" presId="urn:microsoft.com/office/officeart/2018/2/layout/IconVerticalSolidList"/>
    <dgm:cxn modelId="{B91BDF4E-8DFF-4E81-B8F8-EA5A119C55C3}" type="presParOf" srcId="{5F006F5B-3F43-4E19-B6AE-B06EB18AE471}" destId="{315C7D83-CFC8-42B2-B836-FC7A7914D03E}" srcOrd="2" destOrd="0" presId="urn:microsoft.com/office/officeart/2018/2/layout/IconVerticalSolidList"/>
    <dgm:cxn modelId="{5667DBA5-5A27-4D45-96CB-FDCF7A5E060D}" type="presParOf" srcId="{315C7D83-CFC8-42B2-B836-FC7A7914D03E}" destId="{8D5EA37A-B52D-43A1-87D8-69C10B3FE573}" srcOrd="0" destOrd="0" presId="urn:microsoft.com/office/officeart/2018/2/layout/IconVerticalSolidList"/>
    <dgm:cxn modelId="{84FAC105-7EB4-4CAF-8298-AD910D5677BE}" type="presParOf" srcId="{315C7D83-CFC8-42B2-B836-FC7A7914D03E}" destId="{C05587F0-1245-4ABF-B09C-B31388BD2359}" srcOrd="1" destOrd="0" presId="urn:microsoft.com/office/officeart/2018/2/layout/IconVerticalSolidList"/>
    <dgm:cxn modelId="{39AE5E81-BF8E-4549-9DEB-578D3384ACB9}" type="presParOf" srcId="{315C7D83-CFC8-42B2-B836-FC7A7914D03E}" destId="{1B24406C-A151-4B6F-B274-ADCD09299101}" srcOrd="2" destOrd="0" presId="urn:microsoft.com/office/officeart/2018/2/layout/IconVerticalSolidList"/>
    <dgm:cxn modelId="{FC54CD71-15CC-412B-A803-2B4424358BD4}" type="presParOf" srcId="{315C7D83-CFC8-42B2-B836-FC7A7914D03E}" destId="{D6141554-E73F-49EE-B616-47C3A1CF2AF4}" srcOrd="3" destOrd="0" presId="urn:microsoft.com/office/officeart/2018/2/layout/IconVerticalSolidList"/>
    <dgm:cxn modelId="{45FF8D23-5181-45BA-A1C5-7429B5610FF7}" type="presParOf" srcId="{5F006F5B-3F43-4E19-B6AE-B06EB18AE471}" destId="{2ECCB71D-8FC4-4D22-B1D2-FAFC9B696496}" srcOrd="3" destOrd="0" presId="urn:microsoft.com/office/officeart/2018/2/layout/IconVerticalSolidList"/>
    <dgm:cxn modelId="{9BF7F682-61B5-4FE6-8447-2B86DE81982B}" type="presParOf" srcId="{5F006F5B-3F43-4E19-B6AE-B06EB18AE471}" destId="{DA343F62-5EE8-4F9F-859F-DD77D96BD9F2}" srcOrd="4" destOrd="0" presId="urn:microsoft.com/office/officeart/2018/2/layout/IconVerticalSolidList"/>
    <dgm:cxn modelId="{2446BE5F-5E59-4EE0-A42D-A15182934D51}" type="presParOf" srcId="{DA343F62-5EE8-4F9F-859F-DD77D96BD9F2}" destId="{7F1CDA36-E18E-4410-918F-940860D7EDFB}" srcOrd="0" destOrd="0" presId="urn:microsoft.com/office/officeart/2018/2/layout/IconVerticalSolidList"/>
    <dgm:cxn modelId="{C0EF3BA3-208E-4BC7-8A22-9B9EEE6D3BA9}" type="presParOf" srcId="{DA343F62-5EE8-4F9F-859F-DD77D96BD9F2}" destId="{292647AB-F906-46D5-B367-F52DBC30C888}" srcOrd="1" destOrd="0" presId="urn:microsoft.com/office/officeart/2018/2/layout/IconVerticalSolidList"/>
    <dgm:cxn modelId="{942A650A-2CEA-48C7-9B48-E33D216CF62D}" type="presParOf" srcId="{DA343F62-5EE8-4F9F-859F-DD77D96BD9F2}" destId="{14822770-7107-4AF6-AEE3-B168FADE97C1}" srcOrd="2" destOrd="0" presId="urn:microsoft.com/office/officeart/2018/2/layout/IconVerticalSolidList"/>
    <dgm:cxn modelId="{83DCC212-6E36-47B1-8279-8002A17E2873}" type="presParOf" srcId="{DA343F62-5EE8-4F9F-859F-DD77D96BD9F2}" destId="{0B47904A-4DAE-498A-BA96-7801A8C0B886}" srcOrd="3" destOrd="0" presId="urn:microsoft.com/office/officeart/2018/2/layout/IconVerticalSolidList"/>
    <dgm:cxn modelId="{E915E9CD-1E47-4010-8234-F52EFF9F961D}" type="presParOf" srcId="{5F006F5B-3F43-4E19-B6AE-B06EB18AE471}" destId="{DF0B1F0F-B456-44A5-AAE4-B9574BEAAEE7}" srcOrd="5" destOrd="0" presId="urn:microsoft.com/office/officeart/2018/2/layout/IconVerticalSolidList"/>
    <dgm:cxn modelId="{EDF83D02-7F5C-4AA3-824F-636F7E7FB470}" type="presParOf" srcId="{5F006F5B-3F43-4E19-B6AE-B06EB18AE471}" destId="{586DF46E-546B-49FD-9E77-4CA2E9DA7A33}" srcOrd="6" destOrd="0" presId="urn:microsoft.com/office/officeart/2018/2/layout/IconVerticalSolidList"/>
    <dgm:cxn modelId="{5086F7C6-AB32-46B7-9639-CC9A2AD1123D}" type="presParOf" srcId="{586DF46E-546B-49FD-9E77-4CA2E9DA7A33}" destId="{23816090-E604-40A8-BD17-B6BA87FDB7E1}" srcOrd="0" destOrd="0" presId="urn:microsoft.com/office/officeart/2018/2/layout/IconVerticalSolidList"/>
    <dgm:cxn modelId="{FE57252A-1143-445F-8A9E-77AA7159C80B}" type="presParOf" srcId="{586DF46E-546B-49FD-9E77-4CA2E9DA7A33}" destId="{237F597C-374E-4421-B46E-CAE21A4CFC28}" srcOrd="1" destOrd="0" presId="urn:microsoft.com/office/officeart/2018/2/layout/IconVerticalSolidList"/>
    <dgm:cxn modelId="{D312256C-9390-4D69-A6C2-398ABB712887}" type="presParOf" srcId="{586DF46E-546B-49FD-9E77-4CA2E9DA7A33}" destId="{0D22FFA9-B9AF-4A98-8ABD-2D71E964EAD7}" srcOrd="2" destOrd="0" presId="urn:microsoft.com/office/officeart/2018/2/layout/IconVerticalSolidList"/>
    <dgm:cxn modelId="{D8A75C6D-4CAB-4E44-98AD-CDFFF0EF2903}" type="presParOf" srcId="{586DF46E-546B-49FD-9E77-4CA2E9DA7A33}" destId="{6E63FFC7-64FB-4064-B5B3-A254D51FFCD4}" srcOrd="3" destOrd="0" presId="urn:microsoft.com/office/officeart/2018/2/layout/IconVerticalSolidList"/>
    <dgm:cxn modelId="{A53D7F8D-939B-4020-91CF-7ED3B176E33F}" type="presParOf" srcId="{5F006F5B-3F43-4E19-B6AE-B06EB18AE471}" destId="{6CA6FCC1-D698-45B0-9D09-9676F477EFE7}" srcOrd="7" destOrd="0" presId="urn:microsoft.com/office/officeart/2018/2/layout/IconVerticalSolidList"/>
    <dgm:cxn modelId="{CA537F0D-6E9F-4339-844E-CECEBEED8F20}" type="presParOf" srcId="{5F006F5B-3F43-4E19-B6AE-B06EB18AE471}" destId="{7E18834D-EBB1-4925-8C2B-22EA13EF3E36}" srcOrd="8" destOrd="0" presId="urn:microsoft.com/office/officeart/2018/2/layout/IconVerticalSolidList"/>
    <dgm:cxn modelId="{0B8A6EE1-B883-443F-98B8-FA96AC8516BC}" type="presParOf" srcId="{7E18834D-EBB1-4925-8C2B-22EA13EF3E36}" destId="{BEDDB405-6679-47F5-BA72-0D0109302B38}" srcOrd="0" destOrd="0" presId="urn:microsoft.com/office/officeart/2018/2/layout/IconVerticalSolidList"/>
    <dgm:cxn modelId="{A07122B5-F041-4DC0-A9AC-A7224B9B44EC}" type="presParOf" srcId="{7E18834D-EBB1-4925-8C2B-22EA13EF3E36}" destId="{24DD2CDF-4E55-444F-9A33-E738D175DAAD}" srcOrd="1" destOrd="0" presId="urn:microsoft.com/office/officeart/2018/2/layout/IconVerticalSolidList"/>
    <dgm:cxn modelId="{EE577D6B-1A57-49E8-BEBC-03E81D512E3C}" type="presParOf" srcId="{7E18834D-EBB1-4925-8C2B-22EA13EF3E36}" destId="{E920DFAC-DFC8-45A5-8558-D6F0F1884B3C}" srcOrd="2" destOrd="0" presId="urn:microsoft.com/office/officeart/2018/2/layout/IconVerticalSolidList"/>
    <dgm:cxn modelId="{756596B1-C7F2-427B-ACF2-826154FA3C68}" type="presParOf" srcId="{7E18834D-EBB1-4925-8C2B-22EA13EF3E36}" destId="{D7527ECF-557F-4CFD-9749-7048F667594D}" srcOrd="3" destOrd="0" presId="urn:microsoft.com/office/officeart/2018/2/layout/IconVerticalSolidList"/>
    <dgm:cxn modelId="{DA598CF8-641F-4C70-A092-8C3605893357}" type="presParOf" srcId="{5F006F5B-3F43-4E19-B6AE-B06EB18AE471}" destId="{FD839E33-A225-4598-9406-08B0773A6075}" srcOrd="9" destOrd="0" presId="urn:microsoft.com/office/officeart/2018/2/layout/IconVerticalSolidList"/>
    <dgm:cxn modelId="{162A8906-051B-443C-B515-BCC539126581}" type="presParOf" srcId="{5F006F5B-3F43-4E19-B6AE-B06EB18AE471}" destId="{13FC7FF2-D651-43F7-802F-1E203612A9FF}" srcOrd="10" destOrd="0" presId="urn:microsoft.com/office/officeart/2018/2/layout/IconVerticalSolidList"/>
    <dgm:cxn modelId="{D50B2F31-D5B4-43B3-8B1C-B03701EA56B5}" type="presParOf" srcId="{13FC7FF2-D651-43F7-802F-1E203612A9FF}" destId="{E68EA749-D0EE-406D-B4C5-A6AE00CAB670}" srcOrd="0" destOrd="0" presId="urn:microsoft.com/office/officeart/2018/2/layout/IconVerticalSolidList"/>
    <dgm:cxn modelId="{0870D911-E833-445B-B20F-5FF82DE655F6}" type="presParOf" srcId="{13FC7FF2-D651-43F7-802F-1E203612A9FF}" destId="{6B11C301-A801-4464-91EE-03FEA878E47A}" srcOrd="1" destOrd="0" presId="urn:microsoft.com/office/officeart/2018/2/layout/IconVerticalSolidList"/>
    <dgm:cxn modelId="{AA9A9B71-1844-47E0-A331-4D367EF1511C}" type="presParOf" srcId="{13FC7FF2-D651-43F7-802F-1E203612A9FF}" destId="{7023C6AF-2816-4E9C-BE44-DE4E4CBBE8C8}" srcOrd="2" destOrd="0" presId="urn:microsoft.com/office/officeart/2018/2/layout/IconVerticalSolidList"/>
    <dgm:cxn modelId="{782B898D-01E3-4841-A484-491EC40206D5}" type="presParOf" srcId="{13FC7FF2-D651-43F7-802F-1E203612A9FF}" destId="{BCCF33A8-BD37-4933-8E7C-2B1D32237935}" srcOrd="3" destOrd="0" presId="urn:microsoft.com/office/officeart/2018/2/layout/IconVerticalSolidList"/>
    <dgm:cxn modelId="{969C9F01-EFD7-4F3A-8B31-00BD060E8BD4}" type="presParOf" srcId="{5F006F5B-3F43-4E19-B6AE-B06EB18AE471}" destId="{D103310E-116D-4C1E-AC1D-B276CC19F083}" srcOrd="11" destOrd="0" presId="urn:microsoft.com/office/officeart/2018/2/layout/IconVerticalSolidList"/>
    <dgm:cxn modelId="{F44C66F2-EE6F-4BB2-A139-609BA1C3EA54}" type="presParOf" srcId="{5F006F5B-3F43-4E19-B6AE-B06EB18AE471}" destId="{4AD85569-E810-4107-AB67-B7E523B27855}" srcOrd="12" destOrd="0" presId="urn:microsoft.com/office/officeart/2018/2/layout/IconVerticalSolidList"/>
    <dgm:cxn modelId="{C261243A-0C39-4679-9706-36EF38803D0C}" type="presParOf" srcId="{4AD85569-E810-4107-AB67-B7E523B27855}" destId="{763C2A2A-FD47-4285-8799-1B011A43F29E}" srcOrd="0" destOrd="0" presId="urn:microsoft.com/office/officeart/2018/2/layout/IconVerticalSolidList"/>
    <dgm:cxn modelId="{70174657-8B04-4F37-9D50-5B0BE8C03580}" type="presParOf" srcId="{4AD85569-E810-4107-AB67-B7E523B27855}" destId="{1ED48BB5-C725-49D5-B79E-A1AC3F0B34DE}" srcOrd="1" destOrd="0" presId="urn:microsoft.com/office/officeart/2018/2/layout/IconVerticalSolidList"/>
    <dgm:cxn modelId="{23773A99-250B-4027-883E-09DEB2BE7EFD}" type="presParOf" srcId="{4AD85569-E810-4107-AB67-B7E523B27855}" destId="{0F04CCEF-7EB6-453F-9193-D0A5C1234945}" srcOrd="2" destOrd="0" presId="urn:microsoft.com/office/officeart/2018/2/layout/IconVerticalSolidList"/>
    <dgm:cxn modelId="{E3B0C1A8-F822-4058-A69F-F0885110E5E6}" type="presParOf" srcId="{4AD85569-E810-4107-AB67-B7E523B27855}" destId="{8AA518CC-E02F-44C5-962F-964DA83111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F4F48-2E4D-441D-B206-4E5CCAF3833E}">
      <dsp:nvSpPr>
        <dsp:cNvPr id="0" name=""/>
        <dsp:cNvSpPr/>
      </dsp:nvSpPr>
      <dsp:spPr>
        <a:xfrm>
          <a:off x="0" y="3929"/>
          <a:ext cx="10607040" cy="836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E6DE1-2329-4B48-91FB-33F4DA2B7EB9}">
      <dsp:nvSpPr>
        <dsp:cNvPr id="0" name=""/>
        <dsp:cNvSpPr/>
      </dsp:nvSpPr>
      <dsp:spPr>
        <a:xfrm>
          <a:off x="253159" y="192229"/>
          <a:ext cx="460289" cy="4602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6F1BF-276F-4DCC-BED3-08A8A7D9D6C0}">
      <dsp:nvSpPr>
        <dsp:cNvPr id="0" name=""/>
        <dsp:cNvSpPr/>
      </dsp:nvSpPr>
      <dsp:spPr>
        <a:xfrm>
          <a:off x="966608" y="3929"/>
          <a:ext cx="9640431" cy="83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571" tIns="88571" rIns="88571" bIns="885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HR teams need a centralized platform to manage employee information and onboarding activities.</a:t>
          </a:r>
          <a:endParaRPr lang="en-US" sz="1900" kern="1200"/>
        </a:p>
      </dsp:txBody>
      <dsp:txXfrm>
        <a:off x="966608" y="3929"/>
        <a:ext cx="9640431" cy="836890"/>
      </dsp:txXfrm>
    </dsp:sp>
    <dsp:sp modelId="{9AB647F5-BEA4-47DB-9635-DBC4E9CB7EEC}">
      <dsp:nvSpPr>
        <dsp:cNvPr id="0" name=""/>
        <dsp:cNvSpPr/>
      </dsp:nvSpPr>
      <dsp:spPr>
        <a:xfrm>
          <a:off x="0" y="1050041"/>
          <a:ext cx="10607040" cy="836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116FC-E3C8-4161-93B4-26C76DAC3A9F}">
      <dsp:nvSpPr>
        <dsp:cNvPr id="0" name=""/>
        <dsp:cNvSpPr/>
      </dsp:nvSpPr>
      <dsp:spPr>
        <a:xfrm>
          <a:off x="253159" y="1238342"/>
          <a:ext cx="460289" cy="4602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08995-9D59-442A-8852-DB795366F231}">
      <dsp:nvSpPr>
        <dsp:cNvPr id="0" name=""/>
        <dsp:cNvSpPr/>
      </dsp:nvSpPr>
      <dsp:spPr>
        <a:xfrm>
          <a:off x="966608" y="1050041"/>
          <a:ext cx="9640431" cy="83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571" tIns="88571" rIns="88571" bIns="885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Task allocation should consider employee skills, workload, experience, and current work state.</a:t>
          </a:r>
          <a:endParaRPr lang="en-US" sz="1900" kern="1200"/>
        </a:p>
      </dsp:txBody>
      <dsp:txXfrm>
        <a:off x="966608" y="1050041"/>
        <a:ext cx="9640431" cy="836890"/>
      </dsp:txXfrm>
    </dsp:sp>
    <dsp:sp modelId="{09E269E8-6C3F-46C1-8F3D-1547B6BECF78}">
      <dsp:nvSpPr>
        <dsp:cNvPr id="0" name=""/>
        <dsp:cNvSpPr/>
      </dsp:nvSpPr>
      <dsp:spPr>
        <a:xfrm>
          <a:off x="0" y="2096154"/>
          <a:ext cx="10607040" cy="836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5D207-FF66-4991-82D8-86432912FDDD}">
      <dsp:nvSpPr>
        <dsp:cNvPr id="0" name=""/>
        <dsp:cNvSpPr/>
      </dsp:nvSpPr>
      <dsp:spPr>
        <a:xfrm>
          <a:off x="253159" y="2284455"/>
          <a:ext cx="460289" cy="4602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834C4-75A3-4D9E-BA98-16F75B74241B}">
      <dsp:nvSpPr>
        <dsp:cNvPr id="0" name=""/>
        <dsp:cNvSpPr/>
      </dsp:nvSpPr>
      <dsp:spPr>
        <a:xfrm>
          <a:off x="966608" y="2096154"/>
          <a:ext cx="9640431" cy="83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571" tIns="88571" rIns="88571" bIns="885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Onboarding progress must be visible and easy to track.</a:t>
          </a:r>
          <a:endParaRPr lang="en-US" sz="1900" kern="1200"/>
        </a:p>
      </dsp:txBody>
      <dsp:txXfrm>
        <a:off x="966608" y="2096154"/>
        <a:ext cx="9640431" cy="836890"/>
      </dsp:txXfrm>
    </dsp:sp>
    <dsp:sp modelId="{BB0A2D53-A117-4C48-97A4-07C29561FB2E}">
      <dsp:nvSpPr>
        <dsp:cNvPr id="0" name=""/>
        <dsp:cNvSpPr/>
      </dsp:nvSpPr>
      <dsp:spPr>
        <a:xfrm>
          <a:off x="0" y="3142267"/>
          <a:ext cx="10607040" cy="836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9A317-25BB-454B-8763-5C24A87955BC}">
      <dsp:nvSpPr>
        <dsp:cNvPr id="0" name=""/>
        <dsp:cNvSpPr/>
      </dsp:nvSpPr>
      <dsp:spPr>
        <a:xfrm>
          <a:off x="253159" y="3330568"/>
          <a:ext cx="460289" cy="4602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D5BE8-1649-491A-81DB-A6B0B967B46F}">
      <dsp:nvSpPr>
        <dsp:cNvPr id="0" name=""/>
        <dsp:cNvSpPr/>
      </dsp:nvSpPr>
      <dsp:spPr>
        <a:xfrm>
          <a:off x="966608" y="3142267"/>
          <a:ext cx="9640431" cy="83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571" tIns="88571" rIns="88571" bIns="885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Employee well-being information can support better workload and task decisions.</a:t>
          </a:r>
          <a:endParaRPr lang="en-US" sz="1900" kern="1200"/>
        </a:p>
      </dsp:txBody>
      <dsp:txXfrm>
        <a:off x="966608" y="3142267"/>
        <a:ext cx="9640431" cy="836890"/>
      </dsp:txXfrm>
    </dsp:sp>
    <dsp:sp modelId="{D37784F9-62EB-4240-8329-9D92ED7F1F14}">
      <dsp:nvSpPr>
        <dsp:cNvPr id="0" name=""/>
        <dsp:cNvSpPr/>
      </dsp:nvSpPr>
      <dsp:spPr>
        <a:xfrm>
          <a:off x="0" y="4188380"/>
          <a:ext cx="10607040" cy="836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079C60-4285-4468-9F43-5B098570F7E0}">
      <dsp:nvSpPr>
        <dsp:cNvPr id="0" name=""/>
        <dsp:cNvSpPr/>
      </dsp:nvSpPr>
      <dsp:spPr>
        <a:xfrm>
          <a:off x="253159" y="4376680"/>
          <a:ext cx="460289" cy="4602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2429D-2950-4909-BE9D-DFF9119E1783}">
      <dsp:nvSpPr>
        <dsp:cNvPr id="0" name=""/>
        <dsp:cNvSpPr/>
      </dsp:nvSpPr>
      <dsp:spPr>
        <a:xfrm>
          <a:off x="966608" y="4188380"/>
          <a:ext cx="9640431" cy="836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571" tIns="88571" rIns="88571" bIns="885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Managers need a single dashboard to monitor employees, tasks, onboarding, and mood information.</a:t>
          </a:r>
          <a:endParaRPr lang="en-US" sz="1900" kern="1200"/>
        </a:p>
      </dsp:txBody>
      <dsp:txXfrm>
        <a:off x="966608" y="4188380"/>
        <a:ext cx="9640431" cy="836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22C47-18AA-48A9-B000-21965C5975F8}">
      <dsp:nvSpPr>
        <dsp:cNvPr id="0" name=""/>
        <dsp:cNvSpPr/>
      </dsp:nvSpPr>
      <dsp:spPr>
        <a:xfrm>
          <a:off x="524519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0EC79-99B6-4C37-A7EE-F69ACE99D13F}">
      <dsp:nvSpPr>
        <dsp:cNvPr id="0" name=""/>
        <dsp:cNvSpPr/>
      </dsp:nvSpPr>
      <dsp:spPr>
        <a:xfrm>
          <a:off x="758519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21F9B-A9DB-4EF6-95A3-34DAC8A94EFF}">
      <dsp:nvSpPr>
        <dsp:cNvPr id="0" name=""/>
        <dsp:cNvSpPr/>
      </dsp:nvSpPr>
      <dsp:spPr>
        <a:xfrm>
          <a:off x="173519" y="156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Centralize employee and HR-related information.</a:t>
          </a:r>
          <a:endParaRPr lang="en-US" sz="1100" kern="1200"/>
        </a:p>
      </dsp:txBody>
      <dsp:txXfrm>
        <a:off x="173519" y="1569600"/>
        <a:ext cx="1800000" cy="720000"/>
      </dsp:txXfrm>
    </dsp:sp>
    <dsp:sp modelId="{A0588934-8D19-4A2F-95EC-58469C498A68}">
      <dsp:nvSpPr>
        <dsp:cNvPr id="0" name=""/>
        <dsp:cNvSpPr/>
      </dsp:nvSpPr>
      <dsp:spPr>
        <a:xfrm>
          <a:off x="2639519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7E2C32-166C-43D9-8E49-AE587C43F6A7}">
      <dsp:nvSpPr>
        <dsp:cNvPr id="0" name=""/>
        <dsp:cNvSpPr/>
      </dsp:nvSpPr>
      <dsp:spPr>
        <a:xfrm>
          <a:off x="2873519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09A39-A3BF-460B-82B2-2CAB8CED5958}">
      <dsp:nvSpPr>
        <dsp:cNvPr id="0" name=""/>
        <dsp:cNvSpPr/>
      </dsp:nvSpPr>
      <dsp:spPr>
        <a:xfrm>
          <a:off x="2288519" y="156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Manage tasks, priorities, deadlines, and employee assignments.</a:t>
          </a:r>
          <a:endParaRPr lang="en-US" sz="1100" kern="1200"/>
        </a:p>
      </dsp:txBody>
      <dsp:txXfrm>
        <a:off x="2288519" y="1569600"/>
        <a:ext cx="1800000" cy="720000"/>
      </dsp:txXfrm>
    </dsp:sp>
    <dsp:sp modelId="{23674DEE-E5D0-4165-B2ED-BD768C1D3F79}">
      <dsp:nvSpPr>
        <dsp:cNvPr id="0" name=""/>
        <dsp:cNvSpPr/>
      </dsp:nvSpPr>
      <dsp:spPr>
        <a:xfrm>
          <a:off x="4754520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E530C-30C3-4BA9-948F-3CA96E3B0F24}">
      <dsp:nvSpPr>
        <dsp:cNvPr id="0" name=""/>
        <dsp:cNvSpPr/>
      </dsp:nvSpPr>
      <dsp:spPr>
        <a:xfrm>
          <a:off x="4988520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BFCB3-4FE3-4B8C-B1A5-C5B4B56D6725}">
      <dsp:nvSpPr>
        <dsp:cNvPr id="0" name=""/>
        <dsp:cNvSpPr/>
      </dsp:nvSpPr>
      <dsp:spPr>
        <a:xfrm>
          <a:off x="4403520" y="156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Provide structured onboarding steps and progress tracking.</a:t>
          </a:r>
          <a:endParaRPr lang="en-US" sz="1100" kern="1200"/>
        </a:p>
      </dsp:txBody>
      <dsp:txXfrm>
        <a:off x="4403520" y="1569600"/>
        <a:ext cx="1800000" cy="720000"/>
      </dsp:txXfrm>
    </dsp:sp>
    <dsp:sp modelId="{86DC371F-014C-4DF1-8DA0-D0C1328EC229}">
      <dsp:nvSpPr>
        <dsp:cNvPr id="0" name=""/>
        <dsp:cNvSpPr/>
      </dsp:nvSpPr>
      <dsp:spPr>
        <a:xfrm>
          <a:off x="6869520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4D6A5-8F5B-4776-A6E0-F3DFC991E46B}">
      <dsp:nvSpPr>
        <dsp:cNvPr id="0" name=""/>
        <dsp:cNvSpPr/>
      </dsp:nvSpPr>
      <dsp:spPr>
        <a:xfrm>
          <a:off x="7103520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CB7CC-1BB6-4DD7-96FE-15D72924A7D1}">
      <dsp:nvSpPr>
        <dsp:cNvPr id="0" name=""/>
        <dsp:cNvSpPr/>
      </dsp:nvSpPr>
      <dsp:spPr>
        <a:xfrm>
          <a:off x="6518520" y="156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Collect employee mood, energy, stress, focus, and motivation data.</a:t>
          </a:r>
          <a:endParaRPr lang="en-US" sz="1100" kern="1200"/>
        </a:p>
      </dsp:txBody>
      <dsp:txXfrm>
        <a:off x="6518520" y="1569600"/>
        <a:ext cx="1800000" cy="720000"/>
      </dsp:txXfrm>
    </dsp:sp>
    <dsp:sp modelId="{A4466CF7-A4AD-4FE2-9E3B-92F50A017918}">
      <dsp:nvSpPr>
        <dsp:cNvPr id="0" name=""/>
        <dsp:cNvSpPr/>
      </dsp:nvSpPr>
      <dsp:spPr>
        <a:xfrm>
          <a:off x="8984520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2B44C3-2499-4ED9-A606-0D9B3E7C735F}">
      <dsp:nvSpPr>
        <dsp:cNvPr id="0" name=""/>
        <dsp:cNvSpPr/>
      </dsp:nvSpPr>
      <dsp:spPr>
        <a:xfrm>
          <a:off x="9218520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41746-DDE9-4843-BF1B-08885495C18D}">
      <dsp:nvSpPr>
        <dsp:cNvPr id="0" name=""/>
        <dsp:cNvSpPr/>
      </dsp:nvSpPr>
      <dsp:spPr>
        <a:xfrm>
          <a:off x="8633520" y="156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Provide task suggestions using employee skills, workload, experience, and mood.</a:t>
          </a:r>
          <a:endParaRPr lang="en-US" sz="1100" kern="1200"/>
        </a:p>
      </dsp:txBody>
      <dsp:txXfrm>
        <a:off x="8633520" y="1569600"/>
        <a:ext cx="1800000" cy="720000"/>
      </dsp:txXfrm>
    </dsp:sp>
    <dsp:sp modelId="{EAACFA1E-3E79-4C65-B8D5-88AA1969B001}">
      <dsp:nvSpPr>
        <dsp:cNvPr id="0" name=""/>
        <dsp:cNvSpPr/>
      </dsp:nvSpPr>
      <dsp:spPr>
        <a:xfrm>
          <a:off x="4754520" y="273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A8C64-38B5-4DFE-B86D-F428A4DCC6EF}">
      <dsp:nvSpPr>
        <dsp:cNvPr id="0" name=""/>
        <dsp:cNvSpPr/>
      </dsp:nvSpPr>
      <dsp:spPr>
        <a:xfrm>
          <a:off x="4988520" y="2973599"/>
          <a:ext cx="630000" cy="63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195E6-9245-4C71-9105-810CC9F3C8E1}">
      <dsp:nvSpPr>
        <dsp:cNvPr id="0" name=""/>
        <dsp:cNvSpPr/>
      </dsp:nvSpPr>
      <dsp:spPr>
        <a:xfrm>
          <a:off x="4403520" y="417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Offer an interactive HR assistant chatbot for common dashboard queries.</a:t>
          </a:r>
          <a:endParaRPr lang="en-US" sz="1100" kern="1200"/>
        </a:p>
      </dsp:txBody>
      <dsp:txXfrm>
        <a:off x="4403520" y="417960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31471-BFFB-43BE-BFFE-A7AA4C5DDCF5}">
      <dsp:nvSpPr>
        <dsp:cNvPr id="0" name=""/>
        <dsp:cNvSpPr/>
      </dsp:nvSpPr>
      <dsp:spPr>
        <a:xfrm>
          <a:off x="0" y="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410B7-EC1A-462A-8F70-D9130B9072CE}">
      <dsp:nvSpPr>
        <dsp:cNvPr id="0" name=""/>
        <dsp:cNvSpPr/>
      </dsp:nvSpPr>
      <dsp:spPr>
        <a:xfrm>
          <a:off x="0" y="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1. Requirement Analysis – identify HR, onboarding, task and employee-well-being needs.</a:t>
          </a:r>
          <a:endParaRPr lang="en-US" sz="1900" kern="1200"/>
        </a:p>
      </dsp:txBody>
      <dsp:txXfrm>
        <a:off x="0" y="0"/>
        <a:ext cx="10607040" cy="628650"/>
      </dsp:txXfrm>
    </dsp:sp>
    <dsp:sp modelId="{3C7A3123-E875-42A7-9B27-ECE5C68B22D6}">
      <dsp:nvSpPr>
        <dsp:cNvPr id="0" name=""/>
        <dsp:cNvSpPr/>
      </dsp:nvSpPr>
      <dsp:spPr>
        <a:xfrm>
          <a:off x="0" y="62865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962C0-A75A-4257-9AE8-F4379DE8F251}">
      <dsp:nvSpPr>
        <dsp:cNvPr id="0" name=""/>
        <dsp:cNvSpPr/>
      </dsp:nvSpPr>
      <dsp:spPr>
        <a:xfrm>
          <a:off x="0" y="62865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2. System Design – divide the application into employee, task, onboarding, mood and assistant modules.</a:t>
          </a:r>
          <a:endParaRPr lang="en-US" sz="1900" kern="1200"/>
        </a:p>
      </dsp:txBody>
      <dsp:txXfrm>
        <a:off x="0" y="628650"/>
        <a:ext cx="10607040" cy="628650"/>
      </dsp:txXfrm>
    </dsp:sp>
    <dsp:sp modelId="{141C0407-B9B5-48DE-9905-3084285B1A99}">
      <dsp:nvSpPr>
        <dsp:cNvPr id="0" name=""/>
        <dsp:cNvSpPr/>
      </dsp:nvSpPr>
      <dsp:spPr>
        <a:xfrm>
          <a:off x="0" y="125730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1C70D-D82A-4711-A192-FBF023FC89A4}">
      <dsp:nvSpPr>
        <dsp:cNvPr id="0" name=""/>
        <dsp:cNvSpPr/>
      </dsp:nvSpPr>
      <dsp:spPr>
        <a:xfrm>
          <a:off x="0" y="125730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3. Database Development – create relational models using Flask-SQLAlchemy with SQLite.</a:t>
          </a:r>
          <a:endParaRPr lang="en-US" sz="1900" kern="1200"/>
        </a:p>
      </dsp:txBody>
      <dsp:txXfrm>
        <a:off x="0" y="1257300"/>
        <a:ext cx="10607040" cy="628650"/>
      </dsp:txXfrm>
    </dsp:sp>
    <dsp:sp modelId="{E46338AB-6B9C-4774-A1AA-FFAC0DF90CCA}">
      <dsp:nvSpPr>
        <dsp:cNvPr id="0" name=""/>
        <dsp:cNvSpPr/>
      </dsp:nvSpPr>
      <dsp:spPr>
        <a:xfrm>
          <a:off x="0" y="1885949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AFFAD-2CF3-4CAB-A26B-A9B6663369F7}">
      <dsp:nvSpPr>
        <dsp:cNvPr id="0" name=""/>
        <dsp:cNvSpPr/>
      </dsp:nvSpPr>
      <dsp:spPr>
        <a:xfrm>
          <a:off x="0" y="188595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4. Backend Development – implement Flask routes, data operations and business logic.</a:t>
          </a:r>
          <a:endParaRPr lang="en-US" sz="1900" kern="1200"/>
        </a:p>
      </dsp:txBody>
      <dsp:txXfrm>
        <a:off x="0" y="1885950"/>
        <a:ext cx="10607040" cy="628650"/>
      </dsp:txXfrm>
    </dsp:sp>
    <dsp:sp modelId="{3907DE68-03EA-4884-9E48-362ED5308279}">
      <dsp:nvSpPr>
        <dsp:cNvPr id="0" name=""/>
        <dsp:cNvSpPr/>
      </dsp:nvSpPr>
      <dsp:spPr>
        <a:xfrm>
          <a:off x="0" y="251460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2DE6B-C376-444F-BBE3-43E51CA23BCF}">
      <dsp:nvSpPr>
        <dsp:cNvPr id="0" name=""/>
        <dsp:cNvSpPr/>
      </dsp:nvSpPr>
      <dsp:spPr>
        <a:xfrm>
          <a:off x="0" y="251460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5. Frontend Development – build the interactive React dashboard with Tailwind CSS.</a:t>
          </a:r>
          <a:endParaRPr lang="en-US" sz="1900" kern="1200"/>
        </a:p>
      </dsp:txBody>
      <dsp:txXfrm>
        <a:off x="0" y="2514600"/>
        <a:ext cx="10607040" cy="628650"/>
      </dsp:txXfrm>
    </dsp:sp>
    <dsp:sp modelId="{BFD96088-A68D-4A3C-B3C2-3880E8F2A6AD}">
      <dsp:nvSpPr>
        <dsp:cNvPr id="0" name=""/>
        <dsp:cNvSpPr/>
      </dsp:nvSpPr>
      <dsp:spPr>
        <a:xfrm>
          <a:off x="0" y="314325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9C234-8D3D-42BE-827F-00707F09193D}">
      <dsp:nvSpPr>
        <dsp:cNvPr id="0" name=""/>
        <dsp:cNvSpPr/>
      </dsp:nvSpPr>
      <dsp:spPr>
        <a:xfrm>
          <a:off x="0" y="314325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6. Module Integration – connect UI actions to backend APIs and database operations.</a:t>
          </a:r>
          <a:endParaRPr lang="en-US" sz="1900" kern="1200"/>
        </a:p>
      </dsp:txBody>
      <dsp:txXfrm>
        <a:off x="0" y="3143250"/>
        <a:ext cx="10607040" cy="628650"/>
      </dsp:txXfrm>
    </dsp:sp>
    <dsp:sp modelId="{ADB87D84-E704-4F0F-9DB6-FC11DA4C8FBB}">
      <dsp:nvSpPr>
        <dsp:cNvPr id="0" name=""/>
        <dsp:cNvSpPr/>
      </dsp:nvSpPr>
      <dsp:spPr>
        <a:xfrm>
          <a:off x="0" y="377190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E85DA-D8C0-4CD1-A2BA-BE38CA965FE1}">
      <dsp:nvSpPr>
        <dsp:cNvPr id="0" name=""/>
        <dsp:cNvSpPr/>
      </dsp:nvSpPr>
      <dsp:spPr>
        <a:xfrm>
          <a:off x="0" y="377190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7. Testing &amp; Validation – verify task, onboarding, mood and employee workflows.</a:t>
          </a:r>
          <a:endParaRPr lang="en-US" sz="1900" kern="1200"/>
        </a:p>
      </dsp:txBody>
      <dsp:txXfrm>
        <a:off x="0" y="3771900"/>
        <a:ext cx="10607040" cy="628650"/>
      </dsp:txXfrm>
    </dsp:sp>
    <dsp:sp modelId="{DC918F20-2C26-441D-AA2D-7A67EFB23CA4}">
      <dsp:nvSpPr>
        <dsp:cNvPr id="0" name=""/>
        <dsp:cNvSpPr/>
      </dsp:nvSpPr>
      <dsp:spPr>
        <a:xfrm>
          <a:off x="0" y="4400550"/>
          <a:ext cx="106070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7E308-7E66-46E6-8D90-A4AA0A6FA899}">
      <dsp:nvSpPr>
        <dsp:cNvPr id="0" name=""/>
        <dsp:cNvSpPr/>
      </dsp:nvSpPr>
      <dsp:spPr>
        <a:xfrm>
          <a:off x="0" y="4400550"/>
          <a:ext cx="10607040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8. Deployment/Execution – run the Flask application locally on port 5000.</a:t>
          </a:r>
          <a:endParaRPr lang="en-US" sz="1900" kern="1200"/>
        </a:p>
      </dsp:txBody>
      <dsp:txXfrm>
        <a:off x="0" y="4400550"/>
        <a:ext cx="10607040" cy="6286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19B78-1125-45FD-9C4D-53F3B5600D92}">
      <dsp:nvSpPr>
        <dsp:cNvPr id="0" name=""/>
        <dsp:cNvSpPr/>
      </dsp:nvSpPr>
      <dsp:spPr>
        <a:xfrm>
          <a:off x="1344430" y="87231"/>
          <a:ext cx="1048269" cy="10482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0910C-A837-4652-868C-88C45F711A0E}">
      <dsp:nvSpPr>
        <dsp:cNvPr id="0" name=""/>
        <dsp:cNvSpPr/>
      </dsp:nvSpPr>
      <dsp:spPr>
        <a:xfrm>
          <a:off x="1564566" y="307368"/>
          <a:ext cx="607996" cy="6079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8F42C-5A82-4342-B14B-EB4D6A7541CA}">
      <dsp:nvSpPr>
        <dsp:cNvPr id="0" name=""/>
        <dsp:cNvSpPr/>
      </dsp:nvSpPr>
      <dsp:spPr>
        <a:xfrm>
          <a:off x="2617329" y="87231"/>
          <a:ext cx="2470921" cy="1048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Centralized dashboard for employee and HR operations.</a:t>
          </a:r>
          <a:endParaRPr lang="en-US" sz="1600" kern="1200"/>
        </a:p>
      </dsp:txBody>
      <dsp:txXfrm>
        <a:off x="2617329" y="87231"/>
        <a:ext cx="2470921" cy="1048269"/>
      </dsp:txXfrm>
    </dsp:sp>
    <dsp:sp modelId="{9B44BA8E-3972-4F29-9DEF-9283070FB2C8}">
      <dsp:nvSpPr>
        <dsp:cNvPr id="0" name=""/>
        <dsp:cNvSpPr/>
      </dsp:nvSpPr>
      <dsp:spPr>
        <a:xfrm>
          <a:off x="5518789" y="87231"/>
          <a:ext cx="1048269" cy="10482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2CB6D-0FF3-494E-824D-79A957EA28A9}">
      <dsp:nvSpPr>
        <dsp:cNvPr id="0" name=""/>
        <dsp:cNvSpPr/>
      </dsp:nvSpPr>
      <dsp:spPr>
        <a:xfrm>
          <a:off x="5738926" y="307368"/>
          <a:ext cx="607996" cy="6079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C5AB3-371E-4C67-B668-E6D5D7607B69}">
      <dsp:nvSpPr>
        <dsp:cNvPr id="0" name=""/>
        <dsp:cNvSpPr/>
      </dsp:nvSpPr>
      <dsp:spPr>
        <a:xfrm>
          <a:off x="6791688" y="87231"/>
          <a:ext cx="2470921" cy="1048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Clear visibility into employee workload and assigned tasks.</a:t>
          </a:r>
          <a:endParaRPr lang="en-US" sz="1600" kern="1200"/>
        </a:p>
      </dsp:txBody>
      <dsp:txXfrm>
        <a:off x="6791688" y="87231"/>
        <a:ext cx="2470921" cy="1048269"/>
      </dsp:txXfrm>
    </dsp:sp>
    <dsp:sp modelId="{D7EB1643-0AD5-4BC0-88E6-754DBEFD89E8}">
      <dsp:nvSpPr>
        <dsp:cNvPr id="0" name=""/>
        <dsp:cNvSpPr/>
      </dsp:nvSpPr>
      <dsp:spPr>
        <a:xfrm>
          <a:off x="1344430" y="1990465"/>
          <a:ext cx="1048269" cy="10482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3CB01-12B8-4CEA-8A23-03A0A9C8D3A0}">
      <dsp:nvSpPr>
        <dsp:cNvPr id="0" name=""/>
        <dsp:cNvSpPr/>
      </dsp:nvSpPr>
      <dsp:spPr>
        <a:xfrm>
          <a:off x="1564566" y="2210601"/>
          <a:ext cx="607996" cy="6079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97ABD-A001-4F83-9986-DF7682C0557F}">
      <dsp:nvSpPr>
        <dsp:cNvPr id="0" name=""/>
        <dsp:cNvSpPr/>
      </dsp:nvSpPr>
      <dsp:spPr>
        <a:xfrm>
          <a:off x="2617329" y="1990465"/>
          <a:ext cx="2470921" cy="1048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Trackable onboarding progress for each employee.</a:t>
          </a:r>
          <a:endParaRPr lang="en-US" sz="1600" kern="1200"/>
        </a:p>
      </dsp:txBody>
      <dsp:txXfrm>
        <a:off x="2617329" y="1990465"/>
        <a:ext cx="2470921" cy="1048269"/>
      </dsp:txXfrm>
    </dsp:sp>
    <dsp:sp modelId="{280ED88C-025F-4604-850C-14657DA54BE5}">
      <dsp:nvSpPr>
        <dsp:cNvPr id="0" name=""/>
        <dsp:cNvSpPr/>
      </dsp:nvSpPr>
      <dsp:spPr>
        <a:xfrm>
          <a:off x="5518789" y="1990465"/>
          <a:ext cx="1048269" cy="10482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36EB4-396A-40EB-8AFA-4780043E71C1}">
      <dsp:nvSpPr>
        <dsp:cNvPr id="0" name=""/>
        <dsp:cNvSpPr/>
      </dsp:nvSpPr>
      <dsp:spPr>
        <a:xfrm>
          <a:off x="5738926" y="2210601"/>
          <a:ext cx="607996" cy="6079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C8DE9-2C9C-4C3F-A4D8-5C28874513F8}">
      <dsp:nvSpPr>
        <dsp:cNvPr id="0" name=""/>
        <dsp:cNvSpPr/>
      </dsp:nvSpPr>
      <dsp:spPr>
        <a:xfrm>
          <a:off x="6791688" y="1990465"/>
          <a:ext cx="2470921" cy="1048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Employee mood information available through structured surveys.</a:t>
          </a:r>
          <a:endParaRPr lang="en-US" sz="1600" kern="1200"/>
        </a:p>
      </dsp:txBody>
      <dsp:txXfrm>
        <a:off x="6791688" y="1990465"/>
        <a:ext cx="2470921" cy="1048269"/>
      </dsp:txXfrm>
    </dsp:sp>
    <dsp:sp modelId="{2724C7D2-8732-4EF8-9D5B-63384DC6D2C7}">
      <dsp:nvSpPr>
        <dsp:cNvPr id="0" name=""/>
        <dsp:cNvSpPr/>
      </dsp:nvSpPr>
      <dsp:spPr>
        <a:xfrm>
          <a:off x="1344430" y="3893698"/>
          <a:ext cx="1048269" cy="10482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74FC6-6CDA-485F-9A57-66C69D7FC4AF}">
      <dsp:nvSpPr>
        <dsp:cNvPr id="0" name=""/>
        <dsp:cNvSpPr/>
      </dsp:nvSpPr>
      <dsp:spPr>
        <a:xfrm>
          <a:off x="1564566" y="4113835"/>
          <a:ext cx="607996" cy="6079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C7889-F0F4-4B49-BD2B-3CFA59989624}">
      <dsp:nvSpPr>
        <dsp:cNvPr id="0" name=""/>
        <dsp:cNvSpPr/>
      </dsp:nvSpPr>
      <dsp:spPr>
        <a:xfrm>
          <a:off x="2617329" y="3893698"/>
          <a:ext cx="2470921" cy="1048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Task recommendations based on employee/project information.</a:t>
          </a:r>
          <a:endParaRPr lang="en-US" sz="1600" kern="1200"/>
        </a:p>
      </dsp:txBody>
      <dsp:txXfrm>
        <a:off x="2617329" y="3893698"/>
        <a:ext cx="2470921" cy="1048269"/>
      </dsp:txXfrm>
    </dsp:sp>
    <dsp:sp modelId="{97BB8571-CE22-4A08-B3A4-0AA1927A6196}">
      <dsp:nvSpPr>
        <dsp:cNvPr id="0" name=""/>
        <dsp:cNvSpPr/>
      </dsp:nvSpPr>
      <dsp:spPr>
        <a:xfrm>
          <a:off x="5518789" y="3893698"/>
          <a:ext cx="1048269" cy="10482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4F36C-AC0B-4AFB-9C04-66E954F36290}">
      <dsp:nvSpPr>
        <dsp:cNvPr id="0" name=""/>
        <dsp:cNvSpPr/>
      </dsp:nvSpPr>
      <dsp:spPr>
        <a:xfrm>
          <a:off x="5738926" y="4113835"/>
          <a:ext cx="607996" cy="60799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87332-4647-4FB4-BF74-D7188B54EFD2}">
      <dsp:nvSpPr>
        <dsp:cNvPr id="0" name=""/>
        <dsp:cNvSpPr/>
      </dsp:nvSpPr>
      <dsp:spPr>
        <a:xfrm>
          <a:off x="6791688" y="3893698"/>
          <a:ext cx="2470921" cy="1048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Chatbot provides quick access to frequently requested HR/project information.</a:t>
          </a:r>
          <a:endParaRPr lang="en-US" sz="1600" kern="1200"/>
        </a:p>
      </dsp:txBody>
      <dsp:txXfrm>
        <a:off x="6791688" y="3893698"/>
        <a:ext cx="2470921" cy="10482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BC15C2-6123-4693-BADC-9D17CBE1CDCC}">
      <dsp:nvSpPr>
        <dsp:cNvPr id="0" name=""/>
        <dsp:cNvSpPr/>
      </dsp:nvSpPr>
      <dsp:spPr>
        <a:xfrm>
          <a:off x="0" y="429"/>
          <a:ext cx="10607040" cy="591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52351-5345-450C-B5C0-A96174F4F2CC}">
      <dsp:nvSpPr>
        <dsp:cNvPr id="0" name=""/>
        <dsp:cNvSpPr/>
      </dsp:nvSpPr>
      <dsp:spPr>
        <a:xfrm>
          <a:off x="178949" y="133532"/>
          <a:ext cx="325363" cy="3253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7D11B-9C6E-4C41-8D3A-52205B3C902C}">
      <dsp:nvSpPr>
        <dsp:cNvPr id="0" name=""/>
        <dsp:cNvSpPr/>
      </dsp:nvSpPr>
      <dsp:spPr>
        <a:xfrm>
          <a:off x="683262" y="429"/>
          <a:ext cx="9923777" cy="59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8" tIns="62608" rIns="62608" bIns="626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Add candidate recruitment and application tracking features.</a:t>
          </a:r>
          <a:endParaRPr lang="en-US" sz="1600" kern="1200"/>
        </a:p>
      </dsp:txBody>
      <dsp:txXfrm>
        <a:off x="683262" y="429"/>
        <a:ext cx="9923777" cy="591569"/>
      </dsp:txXfrm>
    </dsp:sp>
    <dsp:sp modelId="{8D5EA37A-B52D-43A1-87D8-69C10B3FE573}">
      <dsp:nvSpPr>
        <dsp:cNvPr id="0" name=""/>
        <dsp:cNvSpPr/>
      </dsp:nvSpPr>
      <dsp:spPr>
        <a:xfrm>
          <a:off x="0" y="739891"/>
          <a:ext cx="10607040" cy="591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587F0-1245-4ABF-B09C-B31388BD2359}">
      <dsp:nvSpPr>
        <dsp:cNvPr id="0" name=""/>
        <dsp:cNvSpPr/>
      </dsp:nvSpPr>
      <dsp:spPr>
        <a:xfrm>
          <a:off x="178949" y="872994"/>
          <a:ext cx="325363" cy="3253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41554-E73F-49EE-B616-47C3A1CF2AF4}">
      <dsp:nvSpPr>
        <dsp:cNvPr id="0" name=""/>
        <dsp:cNvSpPr/>
      </dsp:nvSpPr>
      <dsp:spPr>
        <a:xfrm>
          <a:off x="683262" y="739891"/>
          <a:ext cx="9923777" cy="59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8" tIns="62608" rIns="62608" bIns="626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Integrate resume upload and candidate profile management.</a:t>
          </a:r>
          <a:endParaRPr lang="en-US" sz="1600" kern="1200"/>
        </a:p>
      </dsp:txBody>
      <dsp:txXfrm>
        <a:off x="683262" y="739891"/>
        <a:ext cx="9923777" cy="591569"/>
      </dsp:txXfrm>
    </dsp:sp>
    <dsp:sp modelId="{7F1CDA36-E18E-4410-918F-940860D7EDFB}">
      <dsp:nvSpPr>
        <dsp:cNvPr id="0" name=""/>
        <dsp:cNvSpPr/>
      </dsp:nvSpPr>
      <dsp:spPr>
        <a:xfrm>
          <a:off x="0" y="1479353"/>
          <a:ext cx="10607040" cy="591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647AB-F906-46D5-B367-F52DBC30C888}">
      <dsp:nvSpPr>
        <dsp:cNvPr id="0" name=""/>
        <dsp:cNvSpPr/>
      </dsp:nvSpPr>
      <dsp:spPr>
        <a:xfrm>
          <a:off x="178949" y="1612456"/>
          <a:ext cx="325363" cy="3253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7904A-4DAE-498A-BA96-7801A8C0B886}">
      <dsp:nvSpPr>
        <dsp:cNvPr id="0" name=""/>
        <dsp:cNvSpPr/>
      </dsp:nvSpPr>
      <dsp:spPr>
        <a:xfrm>
          <a:off x="683262" y="1479353"/>
          <a:ext cx="9923777" cy="59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8" tIns="62608" rIns="62608" bIns="626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Add interview scheduling and recruitment pipeline stages.</a:t>
          </a:r>
          <a:endParaRPr lang="en-US" sz="1600" kern="1200"/>
        </a:p>
      </dsp:txBody>
      <dsp:txXfrm>
        <a:off x="683262" y="1479353"/>
        <a:ext cx="9923777" cy="591569"/>
      </dsp:txXfrm>
    </dsp:sp>
    <dsp:sp modelId="{23816090-E604-40A8-BD17-B6BA87FDB7E1}">
      <dsp:nvSpPr>
        <dsp:cNvPr id="0" name=""/>
        <dsp:cNvSpPr/>
      </dsp:nvSpPr>
      <dsp:spPr>
        <a:xfrm>
          <a:off x="0" y="2218815"/>
          <a:ext cx="10607040" cy="591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F597C-374E-4421-B46E-CAE21A4CFC28}">
      <dsp:nvSpPr>
        <dsp:cNvPr id="0" name=""/>
        <dsp:cNvSpPr/>
      </dsp:nvSpPr>
      <dsp:spPr>
        <a:xfrm>
          <a:off x="178949" y="2351918"/>
          <a:ext cx="325363" cy="3253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3FFC7-64FB-4064-B5B3-A254D51FFCD4}">
      <dsp:nvSpPr>
        <dsp:cNvPr id="0" name=""/>
        <dsp:cNvSpPr/>
      </dsp:nvSpPr>
      <dsp:spPr>
        <a:xfrm>
          <a:off x="683262" y="2218815"/>
          <a:ext cx="9923777" cy="59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8" tIns="62608" rIns="62608" bIns="626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Add authentication and role-based access for HR, managers and employees.</a:t>
          </a:r>
          <a:endParaRPr lang="en-US" sz="1600" kern="1200"/>
        </a:p>
      </dsp:txBody>
      <dsp:txXfrm>
        <a:off x="683262" y="2218815"/>
        <a:ext cx="9923777" cy="591569"/>
      </dsp:txXfrm>
    </dsp:sp>
    <dsp:sp modelId="{BEDDB405-6679-47F5-BA72-0D0109302B38}">
      <dsp:nvSpPr>
        <dsp:cNvPr id="0" name=""/>
        <dsp:cNvSpPr/>
      </dsp:nvSpPr>
      <dsp:spPr>
        <a:xfrm>
          <a:off x="0" y="2958277"/>
          <a:ext cx="10607040" cy="591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D2CDF-4E55-444F-9A33-E738D175DAAD}">
      <dsp:nvSpPr>
        <dsp:cNvPr id="0" name=""/>
        <dsp:cNvSpPr/>
      </dsp:nvSpPr>
      <dsp:spPr>
        <a:xfrm>
          <a:off x="178949" y="3091380"/>
          <a:ext cx="325363" cy="3253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27ECF-557F-4CFD-9749-7048F667594D}">
      <dsp:nvSpPr>
        <dsp:cNvPr id="0" name=""/>
        <dsp:cNvSpPr/>
      </dsp:nvSpPr>
      <dsp:spPr>
        <a:xfrm>
          <a:off x="683262" y="2958277"/>
          <a:ext cx="9923777" cy="59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8" tIns="62608" rIns="62608" bIns="626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Connect with email/calendar services for onboarding notifications.</a:t>
          </a:r>
          <a:endParaRPr lang="en-US" sz="1600" kern="1200"/>
        </a:p>
      </dsp:txBody>
      <dsp:txXfrm>
        <a:off x="683262" y="2958277"/>
        <a:ext cx="9923777" cy="591569"/>
      </dsp:txXfrm>
    </dsp:sp>
    <dsp:sp modelId="{E68EA749-D0EE-406D-B4C5-A6AE00CAB670}">
      <dsp:nvSpPr>
        <dsp:cNvPr id="0" name=""/>
        <dsp:cNvSpPr/>
      </dsp:nvSpPr>
      <dsp:spPr>
        <a:xfrm>
          <a:off x="0" y="3697738"/>
          <a:ext cx="10607040" cy="591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1C301-A801-4464-91EE-03FEA878E47A}">
      <dsp:nvSpPr>
        <dsp:cNvPr id="0" name=""/>
        <dsp:cNvSpPr/>
      </dsp:nvSpPr>
      <dsp:spPr>
        <a:xfrm>
          <a:off x="178949" y="3830842"/>
          <a:ext cx="325363" cy="32536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F33A8-BD37-4933-8E7C-2B1D32237935}">
      <dsp:nvSpPr>
        <dsp:cNvPr id="0" name=""/>
        <dsp:cNvSpPr/>
      </dsp:nvSpPr>
      <dsp:spPr>
        <a:xfrm>
          <a:off x="683262" y="3697738"/>
          <a:ext cx="9923777" cy="59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8" tIns="62608" rIns="62608" bIns="626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Add analytics dashboards for HR metrics and onboarding trends.</a:t>
          </a:r>
          <a:endParaRPr lang="en-US" sz="1600" kern="1200"/>
        </a:p>
      </dsp:txBody>
      <dsp:txXfrm>
        <a:off x="683262" y="3697738"/>
        <a:ext cx="9923777" cy="591569"/>
      </dsp:txXfrm>
    </dsp:sp>
    <dsp:sp modelId="{763C2A2A-FD47-4285-8799-1B011A43F29E}">
      <dsp:nvSpPr>
        <dsp:cNvPr id="0" name=""/>
        <dsp:cNvSpPr/>
      </dsp:nvSpPr>
      <dsp:spPr>
        <a:xfrm>
          <a:off x="0" y="4437200"/>
          <a:ext cx="10607040" cy="591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D48BB5-C725-49D5-B79E-A1AC3F0B34DE}">
      <dsp:nvSpPr>
        <dsp:cNvPr id="0" name=""/>
        <dsp:cNvSpPr/>
      </dsp:nvSpPr>
      <dsp:spPr>
        <a:xfrm>
          <a:off x="178949" y="4570303"/>
          <a:ext cx="325363" cy="32536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518CC-E02F-44C5-962F-964DA8311171}">
      <dsp:nvSpPr>
        <dsp:cNvPr id="0" name=""/>
        <dsp:cNvSpPr/>
      </dsp:nvSpPr>
      <dsp:spPr>
        <a:xfrm>
          <a:off x="683262" y="4437200"/>
          <a:ext cx="9923777" cy="59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8" tIns="62608" rIns="62608" bIns="626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Deploy the system with a production database and cloud hosting.</a:t>
          </a:r>
          <a:endParaRPr lang="en-US" sz="1600" kern="1200"/>
        </a:p>
      </dsp:txBody>
      <dsp:txXfrm>
        <a:off x="683262" y="4437200"/>
        <a:ext cx="9923777" cy="591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86385" y="841248"/>
            <a:ext cx="5129600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400" b="1"/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AI- POWERED DEVELOPER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64410" y="841247"/>
            <a:ext cx="4484536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>
                <a:solidFill>
                  <a:schemeClr val="tx2"/>
                </a:solidFill>
              </a:rPr>
              <a:t>G.HASINI-2420030421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>
                <a:solidFill>
                  <a:schemeClr val="tx2"/>
                </a:solidFill>
              </a:rPr>
              <a:t>G.KEERTANA-2420090075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>
                <a:solidFill>
                  <a:schemeClr val="tx2"/>
                </a:solidFill>
              </a:rPr>
              <a:t>S.RISHITHA-2420090060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endParaRPr lang="en-US" sz="22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79066" y="644652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/>
            </a:pPr>
            <a:r>
              <a:rPr lang="en-IN" sz="9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26C74FBD-A0DD-F225-F3B6-D1494AE5112F}"/>
              </a:ext>
            </a:extLst>
          </p:cNvPr>
          <p:cNvGraphicFramePr/>
          <p:nvPr/>
        </p:nvGraphicFramePr>
        <p:xfrm>
          <a:off x="822960" y="1325880"/>
          <a:ext cx="1060704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E01970EC-AEA1-4AAB-43A8-5684F54167A6}"/>
              </a:ext>
            </a:extLst>
          </p:cNvPr>
          <p:cNvGraphicFramePr/>
          <p:nvPr/>
        </p:nvGraphicFramePr>
        <p:xfrm>
          <a:off x="822960" y="1325880"/>
          <a:ext cx="1060704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832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800" b="1"/>
            </a:pPr>
            <a:r>
              <a:t>Employee Management</a:t>
            </a:r>
          </a:p>
          <a:p>
            <a:pPr>
              <a:defRPr sz="1300"/>
            </a:pPr>
            <a:r>
              <a:t>Employee profiles, roles, skills, experience, workload and onboarding status.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800" b="1"/>
            </a:pPr>
            <a:r>
              <a:t>Task Management</a:t>
            </a:r>
          </a:p>
          <a:p>
            <a:pPr>
              <a:defRPr sz="1300"/>
            </a:pPr>
            <a:r>
              <a:t>Create, prioritize, assign and monitor development/work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3832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800" b="1"/>
            </a:pPr>
            <a:r>
              <a:t>Onboarding</a:t>
            </a:r>
          </a:p>
          <a:p>
            <a:pPr>
              <a:defRPr sz="1300"/>
            </a:pPr>
            <a:r>
              <a:t>Track HR and technical onboarding steps with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3832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800" b="1"/>
            </a:pPr>
            <a:r>
              <a:t>Mood &amp; Well-being</a:t>
            </a:r>
          </a:p>
          <a:p>
            <a:pPr>
              <a:defRPr sz="1300"/>
            </a:pPr>
            <a:r>
              <a:t>Record energy, stress, focus, motivation and mood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3832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800" b="1"/>
            </a:pPr>
            <a:r>
              <a:t>Smart Matching</a:t>
            </a:r>
          </a:p>
          <a:p>
            <a:pPr>
              <a:defRPr sz="1300"/>
            </a:pPr>
            <a:r>
              <a:t>Suggest suitable employees for tasks using project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108960"/>
            <a:ext cx="33832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800" b="1"/>
            </a:pPr>
            <a:r>
              <a:t>HR Assistant</a:t>
            </a:r>
          </a:p>
          <a:p>
            <a:pPr>
              <a:defRPr sz="1300"/>
            </a:pPr>
            <a:r>
              <a:t>Chatbot for tasks, mood, onboarding, workload and deadlines.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C424D-7702-7D49-DB05-EB8F9408BE79}"/>
              </a:ext>
            </a:extLst>
          </p:cNvPr>
          <p:cNvSpPr txBox="1"/>
          <p:nvPr/>
        </p:nvSpPr>
        <p:spPr>
          <a:xfrm>
            <a:off x="439747" y="1066477"/>
            <a:ext cx="11312505" cy="531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Problem Framing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Defined pain point (assignment ignores skill, capacity, mood) + success criteria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Requirements &amp; Domain </a:t>
            </a:r>
            <a:r>
              <a:rPr lang="en-IN" b="1" i="0" dirty="0" err="1">
                <a:solidFill>
                  <a:srgbClr val="0F1115"/>
                </a:solidFill>
                <a:effectLst/>
                <a:latin typeface="quote-cjk-patch"/>
              </a:rPr>
              <a:t>Modeling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Identified 5 core entities + scoring rules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Data Design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Schema for Employee, Task, </a:t>
            </a:r>
            <a:r>
              <a:rPr lang="en-IN" b="0" i="0" dirty="0" err="1">
                <a:solidFill>
                  <a:srgbClr val="0F1115"/>
                </a:solidFill>
                <a:effectLst/>
                <a:latin typeface="quote-cjk-patch"/>
              </a:rPr>
              <a:t>WorkLog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IN" b="0" i="0" dirty="0" err="1">
                <a:solidFill>
                  <a:srgbClr val="0F1115"/>
                </a:solidFill>
                <a:effectLst/>
                <a:latin typeface="quote-cjk-patch"/>
              </a:rPr>
              <a:t>MoodSurvey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IN" b="0" i="0" dirty="0" err="1">
                <a:solidFill>
                  <a:srgbClr val="0F1115"/>
                </a:solidFill>
                <a:effectLst/>
                <a:latin typeface="quote-cjk-patch"/>
              </a:rPr>
              <a:t>OnboardingStep</a:t>
            </a:r>
            <a:endParaRPr lang="en-I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Algorithm Design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Mood formula + 4-signal ranker (skill 40 / capacity 25 / experience 15 / mood 20)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System Architecture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React SPA → Flask API → logic → ORM → SQLite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API Design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Froze all endpoints before coding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Frontend Design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Wireframed 5 views + chatbot widget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Validation Design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Unit checks, scenario tests, explainability review, &lt;60s gate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Build &amp; Integrate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Assembled into one runnable app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Test &amp; Iterate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Verified mood changes reorder tasks live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Document &amp; Ship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 — README, brief, technical soundness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  <p:sp>
        <p:nvSpPr>
          <p:cNvPr id="8" name="AutoShape 2" descr="Generated image: DevPulse Mood-Aware Architecture">
            <a:extLst>
              <a:ext uri="{FF2B5EF4-FFF2-40B4-BE49-F238E27FC236}">
                <a16:creationId xmlns:a16="http://schemas.microsoft.com/office/drawing/2014/main" id="{E500C268-C611-2D21-19A0-1EBDAD54BE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DBBA78-6913-1AB4-8DE8-26821B16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0"/>
            <a:ext cx="121920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Methodology Adopted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F7F13548-8D56-EF8E-4DDF-4DBB1A9379D5}"/>
              </a:ext>
            </a:extLst>
          </p:cNvPr>
          <p:cNvGraphicFramePr/>
          <p:nvPr/>
        </p:nvGraphicFramePr>
        <p:xfrm>
          <a:off x="822960" y="1325880"/>
          <a:ext cx="1060704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Backend programming and application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Flask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Web framework and API endpoints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Flask-SQLAlchemy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ORM and database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Local relational data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React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Interactive frontend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Frontend logic and API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Tailwind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UI styling and responsive layout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HTML5 / REST-style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Page structure and frontend-backend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Technical Soundness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17C40-97B3-8AF6-CF78-DD0AB4DB0653}"/>
              </a:ext>
            </a:extLst>
          </p:cNvPr>
          <p:cNvSpPr txBox="1"/>
          <p:nvPr/>
        </p:nvSpPr>
        <p:spPr>
          <a:xfrm>
            <a:off x="594359" y="1305004"/>
            <a:ext cx="10643911" cy="4288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Architecture: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Single-file Flask REST API + SQLite/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SQLAlchemy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ORM + React SPA. Clean separation via JSON endpoints; ORM schema is 1:1 portable to PostgreSQL.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Algorithm: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Explainable linear ranker — skill match (40), free capacity (25), experience capped at 5 yrs (15), mood fit (20). Mood collapsed from 4 Likert inputs into a bounded 0–100 score; mood term is 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conditioned on task size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(complex tasks prefer high mood, simple tasks accept low mood).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Validation: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Unit checks on each scoring term (bounds + monotonicity), 6 scenario tests with known correct ranks, explainability review of every recommendation, chatbot cross-check, and a sub-60-second survey friction gate.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Engineering: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Deterministic side-effect-free scoring, single source of truth shared by API and chatbot, transactional writes, idempotent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init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endpoints, zero external secrets.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Honest scope: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No labeled ground truth exists → positioned as an 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explainable heuristic ranker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not a trained model. Weights are tunable and the API contract allows swapping in a learned ranker without frontend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/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33D07148-54D3-28C8-19AA-E4E2A9746798}"/>
              </a:ext>
            </a:extLst>
          </p:cNvPr>
          <p:cNvGraphicFramePr/>
          <p:nvPr/>
        </p:nvGraphicFramePr>
        <p:xfrm>
          <a:off x="822960" y="1325880"/>
          <a:ext cx="1060704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06FC34B6-E40C-67CD-80F5-9B632FDD9515}"/>
              </a:ext>
            </a:extLst>
          </p:cNvPr>
          <p:cNvGraphicFramePr/>
          <p:nvPr/>
        </p:nvGraphicFramePr>
        <p:xfrm>
          <a:off x="822960" y="1325880"/>
          <a:ext cx="1060704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erial view of a highway near the ocean">
            <a:extLst>
              <a:ext uri="{FF2B5EF4-FFF2-40B4-BE49-F238E27FC236}">
                <a16:creationId xmlns:a16="http://schemas.microsoft.com/office/drawing/2014/main" id="{03E40267-1338-0DA7-0B92-B3FC046CE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848600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/>
            </a:pPr>
            <a:r>
              <a:rPr lang="en-US" sz="4800"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885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gldhasini@gmail.com</cp:lastModifiedBy>
  <cp:revision>4</cp:revision>
  <dcterms:created xsi:type="dcterms:W3CDTF">2013-01-27T09:14:16Z</dcterms:created>
  <dcterms:modified xsi:type="dcterms:W3CDTF">2026-10-03T03:48:06Z</dcterms:modified>
  <cp:category/>
</cp:coreProperties>
</file>